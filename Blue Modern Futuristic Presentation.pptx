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rgbClr val="0C347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C347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rgbClr val="0C347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C347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rgbClr val="0C347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rgbClr val="0C347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54303"/>
            <a:ext cx="6342369" cy="35326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683237"/>
            <a:ext cx="4355116" cy="260376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24470" y="0"/>
            <a:ext cx="6263529" cy="34797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026399" y="0"/>
            <a:ext cx="4261600" cy="249711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0" y="8376245"/>
            <a:ext cx="700405" cy="1475740"/>
          </a:xfrm>
          <a:custGeom>
            <a:avLst/>
            <a:gdLst/>
            <a:ahLst/>
            <a:cxnLst/>
            <a:rect l="l" t="t" r="r" b="b"/>
            <a:pathLst>
              <a:path w="700405" h="1475740">
                <a:moveTo>
                  <a:pt x="0" y="0"/>
                </a:moveTo>
                <a:lnTo>
                  <a:pt x="693991" y="108262"/>
                </a:lnTo>
                <a:lnTo>
                  <a:pt x="694241" y="108286"/>
                </a:lnTo>
                <a:lnTo>
                  <a:pt x="694377" y="108331"/>
                </a:lnTo>
                <a:lnTo>
                  <a:pt x="699886" y="114080"/>
                </a:lnTo>
                <a:lnTo>
                  <a:pt x="699757" y="115991"/>
                </a:lnTo>
                <a:lnTo>
                  <a:pt x="618808" y="724575"/>
                </a:lnTo>
                <a:lnTo>
                  <a:pt x="687549" y="947175"/>
                </a:lnTo>
                <a:lnTo>
                  <a:pt x="687872" y="948750"/>
                </a:lnTo>
                <a:lnTo>
                  <a:pt x="687820" y="949832"/>
                </a:lnTo>
                <a:lnTo>
                  <a:pt x="687534" y="950867"/>
                </a:lnTo>
                <a:lnTo>
                  <a:pt x="687222" y="951842"/>
                </a:lnTo>
                <a:lnTo>
                  <a:pt x="686045" y="953534"/>
                </a:lnTo>
                <a:lnTo>
                  <a:pt x="593066" y="1060504"/>
                </a:lnTo>
                <a:lnTo>
                  <a:pt x="665709" y="956037"/>
                </a:lnTo>
                <a:lnTo>
                  <a:pt x="655044" y="956193"/>
                </a:lnTo>
                <a:lnTo>
                  <a:pt x="664667" y="942354"/>
                </a:lnTo>
                <a:lnTo>
                  <a:pt x="658253" y="935916"/>
                </a:lnTo>
                <a:lnTo>
                  <a:pt x="666199" y="924490"/>
                </a:lnTo>
                <a:lnTo>
                  <a:pt x="606780" y="732038"/>
                </a:lnTo>
                <a:lnTo>
                  <a:pt x="596255" y="732112"/>
                </a:lnTo>
                <a:lnTo>
                  <a:pt x="605825" y="718349"/>
                </a:lnTo>
                <a:lnTo>
                  <a:pt x="678485" y="172029"/>
                </a:lnTo>
                <a:lnTo>
                  <a:pt x="645880" y="218919"/>
                </a:lnTo>
                <a:lnTo>
                  <a:pt x="680198" y="129274"/>
                </a:lnTo>
                <a:lnTo>
                  <a:pt x="654483" y="142438"/>
                </a:lnTo>
                <a:lnTo>
                  <a:pt x="671090" y="118555"/>
                </a:lnTo>
                <a:lnTo>
                  <a:pt x="0" y="13861"/>
                </a:lnTo>
                <a:lnTo>
                  <a:pt x="0" y="0"/>
                </a:lnTo>
                <a:close/>
              </a:path>
              <a:path w="700405" h="1475740">
                <a:moveTo>
                  <a:pt x="0" y="1010272"/>
                </a:moveTo>
                <a:lnTo>
                  <a:pt x="272525" y="1408358"/>
                </a:lnTo>
                <a:lnTo>
                  <a:pt x="665709" y="956037"/>
                </a:lnTo>
                <a:lnTo>
                  <a:pt x="593066" y="1060504"/>
                </a:lnTo>
                <a:lnTo>
                  <a:pt x="277099" y="1424014"/>
                </a:lnTo>
                <a:lnTo>
                  <a:pt x="276181" y="1425093"/>
                </a:lnTo>
                <a:lnTo>
                  <a:pt x="274916" y="1425881"/>
                </a:lnTo>
                <a:lnTo>
                  <a:pt x="273310" y="1426249"/>
                </a:lnTo>
                <a:lnTo>
                  <a:pt x="235537" y="1433057"/>
                </a:lnTo>
                <a:lnTo>
                  <a:pt x="246592" y="1417159"/>
                </a:lnTo>
                <a:lnTo>
                  <a:pt x="245763" y="1416841"/>
                </a:lnTo>
                <a:lnTo>
                  <a:pt x="253811" y="1405268"/>
                </a:lnTo>
                <a:lnTo>
                  <a:pt x="0" y="1034511"/>
                </a:lnTo>
                <a:lnTo>
                  <a:pt x="0" y="1010272"/>
                </a:lnTo>
                <a:close/>
              </a:path>
              <a:path w="700405" h="1475740">
                <a:moveTo>
                  <a:pt x="0" y="952045"/>
                </a:moveTo>
                <a:lnTo>
                  <a:pt x="664667" y="942354"/>
                </a:lnTo>
                <a:lnTo>
                  <a:pt x="655044" y="956193"/>
                </a:lnTo>
                <a:lnTo>
                  <a:pt x="0" y="965730"/>
                </a:lnTo>
                <a:lnTo>
                  <a:pt x="0" y="952045"/>
                </a:lnTo>
                <a:close/>
              </a:path>
              <a:path w="700405" h="1475740">
                <a:moveTo>
                  <a:pt x="467435" y="744394"/>
                </a:moveTo>
                <a:lnTo>
                  <a:pt x="475384" y="732963"/>
                </a:lnTo>
                <a:lnTo>
                  <a:pt x="666199" y="924490"/>
                </a:lnTo>
                <a:lnTo>
                  <a:pt x="658253" y="935916"/>
                </a:lnTo>
                <a:lnTo>
                  <a:pt x="467435" y="744394"/>
                </a:lnTo>
                <a:close/>
              </a:path>
              <a:path w="700405" h="1475740">
                <a:moveTo>
                  <a:pt x="0" y="1461601"/>
                </a:moveTo>
                <a:lnTo>
                  <a:pt x="246592" y="1417159"/>
                </a:lnTo>
                <a:lnTo>
                  <a:pt x="235537" y="1433057"/>
                </a:lnTo>
                <a:lnTo>
                  <a:pt x="0" y="1475513"/>
                </a:lnTo>
                <a:lnTo>
                  <a:pt x="0" y="1461601"/>
                </a:lnTo>
                <a:close/>
              </a:path>
              <a:path w="700405" h="1475740">
                <a:moveTo>
                  <a:pt x="0" y="1307653"/>
                </a:moveTo>
                <a:lnTo>
                  <a:pt x="253811" y="1405268"/>
                </a:lnTo>
                <a:lnTo>
                  <a:pt x="245763" y="1416841"/>
                </a:lnTo>
                <a:lnTo>
                  <a:pt x="0" y="1322320"/>
                </a:lnTo>
                <a:lnTo>
                  <a:pt x="0" y="1307653"/>
                </a:lnTo>
                <a:close/>
              </a:path>
              <a:path w="700405" h="1475740">
                <a:moveTo>
                  <a:pt x="645880" y="218919"/>
                </a:moveTo>
                <a:lnTo>
                  <a:pt x="678485" y="172029"/>
                </a:lnTo>
                <a:lnTo>
                  <a:pt x="468981" y="719338"/>
                </a:lnTo>
                <a:lnTo>
                  <a:pt x="605825" y="718349"/>
                </a:lnTo>
                <a:lnTo>
                  <a:pt x="596255" y="732112"/>
                </a:lnTo>
                <a:lnTo>
                  <a:pt x="475384" y="732963"/>
                </a:lnTo>
                <a:lnTo>
                  <a:pt x="467435" y="744394"/>
                </a:lnTo>
                <a:lnTo>
                  <a:pt x="457544" y="734467"/>
                </a:lnTo>
                <a:lnTo>
                  <a:pt x="436206" y="744382"/>
                </a:lnTo>
                <a:lnTo>
                  <a:pt x="455149" y="717141"/>
                </a:lnTo>
                <a:lnTo>
                  <a:pt x="645880" y="218919"/>
                </a:lnTo>
                <a:close/>
              </a:path>
              <a:path w="700405" h="1475740">
                <a:moveTo>
                  <a:pt x="0" y="522817"/>
                </a:moveTo>
                <a:lnTo>
                  <a:pt x="455149" y="717141"/>
                </a:lnTo>
                <a:lnTo>
                  <a:pt x="436206" y="744382"/>
                </a:lnTo>
                <a:lnTo>
                  <a:pt x="417505" y="753071"/>
                </a:lnTo>
                <a:lnTo>
                  <a:pt x="433014" y="730768"/>
                </a:lnTo>
                <a:lnTo>
                  <a:pt x="407722" y="728527"/>
                </a:lnTo>
                <a:lnTo>
                  <a:pt x="416697" y="715620"/>
                </a:lnTo>
                <a:lnTo>
                  <a:pt x="0" y="537708"/>
                </a:lnTo>
                <a:lnTo>
                  <a:pt x="0" y="522817"/>
                </a:lnTo>
                <a:close/>
              </a:path>
              <a:path w="700405" h="1475740">
                <a:moveTo>
                  <a:pt x="0" y="931968"/>
                </a:moveTo>
                <a:lnTo>
                  <a:pt x="433014" y="730768"/>
                </a:lnTo>
                <a:lnTo>
                  <a:pt x="417505" y="753071"/>
                </a:lnTo>
                <a:lnTo>
                  <a:pt x="0" y="947067"/>
                </a:lnTo>
                <a:lnTo>
                  <a:pt x="0" y="931968"/>
                </a:lnTo>
                <a:close/>
              </a:path>
              <a:path w="700405" h="1475740">
                <a:moveTo>
                  <a:pt x="0" y="678675"/>
                </a:moveTo>
                <a:lnTo>
                  <a:pt x="416697" y="715620"/>
                </a:lnTo>
                <a:lnTo>
                  <a:pt x="407722" y="728527"/>
                </a:lnTo>
                <a:lnTo>
                  <a:pt x="0" y="692397"/>
                </a:lnTo>
                <a:lnTo>
                  <a:pt x="0" y="678675"/>
                </a:lnTo>
                <a:close/>
              </a:path>
              <a:path w="700405" h="1475740">
                <a:moveTo>
                  <a:pt x="0" y="462167"/>
                </a:moveTo>
                <a:lnTo>
                  <a:pt x="671090" y="118555"/>
                </a:lnTo>
                <a:lnTo>
                  <a:pt x="654483" y="142438"/>
                </a:lnTo>
                <a:lnTo>
                  <a:pt x="0" y="477471"/>
                </a:lnTo>
                <a:lnTo>
                  <a:pt x="0" y="462167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696472" y="9809888"/>
            <a:ext cx="1244600" cy="477520"/>
          </a:xfrm>
          <a:custGeom>
            <a:avLst/>
            <a:gdLst/>
            <a:ahLst/>
            <a:cxnLst/>
            <a:rect l="l" t="t" r="r" b="b"/>
            <a:pathLst>
              <a:path w="1244600" h="477520">
                <a:moveTo>
                  <a:pt x="155418" y="203421"/>
                </a:moveTo>
                <a:lnTo>
                  <a:pt x="156822" y="201401"/>
                </a:lnTo>
                <a:lnTo>
                  <a:pt x="158312" y="200481"/>
                </a:lnTo>
                <a:lnTo>
                  <a:pt x="1117073" y="204"/>
                </a:lnTo>
                <a:lnTo>
                  <a:pt x="1118483" y="0"/>
                </a:lnTo>
                <a:lnTo>
                  <a:pt x="1119861" y="224"/>
                </a:lnTo>
                <a:lnTo>
                  <a:pt x="1244209" y="477110"/>
                </a:lnTo>
                <a:lnTo>
                  <a:pt x="1230073" y="477110"/>
                </a:lnTo>
                <a:lnTo>
                  <a:pt x="1128386" y="75482"/>
                </a:lnTo>
                <a:lnTo>
                  <a:pt x="1115590" y="93883"/>
                </a:lnTo>
                <a:lnTo>
                  <a:pt x="1112192" y="26195"/>
                </a:lnTo>
                <a:lnTo>
                  <a:pt x="882800" y="332165"/>
                </a:lnTo>
                <a:lnTo>
                  <a:pt x="1101718" y="17345"/>
                </a:lnTo>
                <a:lnTo>
                  <a:pt x="173630" y="211216"/>
                </a:lnTo>
                <a:lnTo>
                  <a:pt x="165479" y="222938"/>
                </a:lnTo>
                <a:lnTo>
                  <a:pt x="162281" y="218951"/>
                </a:lnTo>
                <a:lnTo>
                  <a:pt x="76762" y="341933"/>
                </a:lnTo>
                <a:lnTo>
                  <a:pt x="155418" y="203421"/>
                </a:lnTo>
                <a:close/>
              </a:path>
              <a:path w="1244600" h="477520">
                <a:moveTo>
                  <a:pt x="1115590" y="93883"/>
                </a:moveTo>
                <a:lnTo>
                  <a:pt x="1128386" y="75482"/>
                </a:lnTo>
                <a:lnTo>
                  <a:pt x="1148537" y="477110"/>
                </a:lnTo>
                <a:lnTo>
                  <a:pt x="1134832" y="477110"/>
                </a:lnTo>
                <a:lnTo>
                  <a:pt x="1115590" y="93883"/>
                </a:lnTo>
                <a:close/>
              </a:path>
              <a:path w="1244600" h="477520">
                <a:moveTo>
                  <a:pt x="757095" y="477110"/>
                </a:moveTo>
                <a:lnTo>
                  <a:pt x="1101718" y="17345"/>
                </a:lnTo>
                <a:lnTo>
                  <a:pt x="882800" y="332165"/>
                </a:lnTo>
                <a:lnTo>
                  <a:pt x="774132" y="477110"/>
                </a:lnTo>
                <a:lnTo>
                  <a:pt x="757095" y="477110"/>
                </a:lnTo>
                <a:close/>
              </a:path>
              <a:path w="1244600" h="477520">
                <a:moveTo>
                  <a:pt x="165479" y="222938"/>
                </a:moveTo>
                <a:lnTo>
                  <a:pt x="173630" y="211216"/>
                </a:lnTo>
                <a:lnTo>
                  <a:pt x="386913" y="477110"/>
                </a:lnTo>
                <a:lnTo>
                  <a:pt x="369366" y="477110"/>
                </a:lnTo>
                <a:lnTo>
                  <a:pt x="165479" y="222938"/>
                </a:lnTo>
                <a:close/>
              </a:path>
              <a:path w="1244600" h="477520">
                <a:moveTo>
                  <a:pt x="76762" y="341933"/>
                </a:moveTo>
                <a:lnTo>
                  <a:pt x="162281" y="218951"/>
                </a:lnTo>
                <a:lnTo>
                  <a:pt x="15675" y="477110"/>
                </a:lnTo>
                <a:lnTo>
                  <a:pt x="0" y="477110"/>
                </a:lnTo>
                <a:lnTo>
                  <a:pt x="76762" y="34193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26937" y="2331935"/>
            <a:ext cx="8834125" cy="148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rgbClr val="0C347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43112" y="3857048"/>
            <a:ext cx="12402185" cy="419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C347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7696" y="2563031"/>
            <a:ext cx="15772765" cy="35877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5300980" marR="5080" indent="-5288915">
              <a:lnSpc>
                <a:spcPct val="116900"/>
              </a:lnSpc>
              <a:spcBef>
                <a:spcPts val="90"/>
              </a:spcBef>
            </a:pPr>
            <a:r>
              <a:rPr dirty="0" sz="10000" spc="525"/>
              <a:t>HOSPITAL</a:t>
            </a:r>
            <a:r>
              <a:rPr dirty="0" sz="10000" spc="-484"/>
              <a:t> </a:t>
            </a:r>
            <a:r>
              <a:rPr dirty="0" sz="10000" spc="595"/>
              <a:t>MANAGEMENT </a:t>
            </a:r>
            <a:r>
              <a:rPr dirty="0" sz="10000" spc="815"/>
              <a:t>SYSTEM</a:t>
            </a:r>
            <a:endParaRPr sz="10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05"/>
              <a:t>BACKGROUND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97815" rIns="0" bIns="0" rtlCol="0" vert="horz">
            <a:spAutoFit/>
          </a:bodyPr>
          <a:lstStyle/>
          <a:p>
            <a:pPr algn="just" marL="12700" marR="5080">
              <a:lnSpc>
                <a:spcPct val="115799"/>
              </a:lnSpc>
              <a:spcBef>
                <a:spcPts val="100"/>
              </a:spcBef>
            </a:pPr>
            <a:r>
              <a:rPr dirty="0"/>
              <a:t>Lorem</a:t>
            </a:r>
            <a:r>
              <a:rPr dirty="0" spc="455"/>
              <a:t>  </a:t>
            </a:r>
            <a:r>
              <a:rPr dirty="0"/>
              <a:t>ipsum</a:t>
            </a:r>
            <a:r>
              <a:rPr dirty="0" spc="455"/>
              <a:t>  </a:t>
            </a:r>
            <a:r>
              <a:rPr dirty="0" spc="65"/>
              <a:t>dolor</a:t>
            </a:r>
            <a:r>
              <a:rPr dirty="0" spc="455"/>
              <a:t>  </a:t>
            </a:r>
            <a:r>
              <a:rPr dirty="0" spc="90"/>
              <a:t>sit</a:t>
            </a:r>
            <a:r>
              <a:rPr dirty="0" spc="455"/>
              <a:t>  </a:t>
            </a:r>
            <a:r>
              <a:rPr dirty="0"/>
              <a:t>amet,</a:t>
            </a:r>
            <a:r>
              <a:rPr dirty="0" spc="455"/>
              <a:t>  </a:t>
            </a:r>
            <a:r>
              <a:rPr dirty="0" spc="50"/>
              <a:t>consectetur</a:t>
            </a:r>
            <a:r>
              <a:rPr dirty="0" spc="455"/>
              <a:t>  </a:t>
            </a:r>
            <a:r>
              <a:rPr dirty="0"/>
              <a:t>adipiscing</a:t>
            </a:r>
            <a:r>
              <a:rPr dirty="0" spc="455"/>
              <a:t>  </a:t>
            </a:r>
            <a:r>
              <a:rPr dirty="0" spc="-10"/>
              <a:t>elit. </a:t>
            </a:r>
            <a:r>
              <a:rPr dirty="0"/>
              <a:t>Phasellus</a:t>
            </a:r>
            <a:r>
              <a:rPr dirty="0" spc="160"/>
              <a:t> </a:t>
            </a:r>
            <a:r>
              <a:rPr dirty="0" spc="125"/>
              <a:t>et</a:t>
            </a:r>
            <a:r>
              <a:rPr dirty="0" spc="160"/>
              <a:t> </a:t>
            </a:r>
            <a:r>
              <a:rPr dirty="0"/>
              <a:t>iaculis</a:t>
            </a:r>
            <a:r>
              <a:rPr dirty="0" spc="165"/>
              <a:t> </a:t>
            </a:r>
            <a:r>
              <a:rPr dirty="0"/>
              <a:t>mauris.</a:t>
            </a:r>
            <a:r>
              <a:rPr dirty="0" spc="160"/>
              <a:t> </a:t>
            </a:r>
            <a:r>
              <a:rPr dirty="0"/>
              <a:t>Nam</a:t>
            </a:r>
            <a:r>
              <a:rPr dirty="0" spc="160"/>
              <a:t> </a:t>
            </a:r>
            <a:r>
              <a:rPr dirty="0"/>
              <a:t>in</a:t>
            </a:r>
            <a:r>
              <a:rPr dirty="0" spc="165"/>
              <a:t> </a:t>
            </a:r>
            <a:r>
              <a:rPr dirty="0" spc="45"/>
              <a:t>facilisis</a:t>
            </a:r>
            <a:r>
              <a:rPr dirty="0" spc="160"/>
              <a:t> </a:t>
            </a:r>
            <a:r>
              <a:rPr dirty="0"/>
              <a:t>lacus.</a:t>
            </a:r>
            <a:r>
              <a:rPr dirty="0" spc="160"/>
              <a:t> </a:t>
            </a:r>
            <a:r>
              <a:rPr dirty="0" spc="-10"/>
              <a:t>Pellentesque </a:t>
            </a:r>
            <a:r>
              <a:rPr dirty="0"/>
              <a:t>dapibus</a:t>
            </a:r>
            <a:r>
              <a:rPr dirty="0" spc="195"/>
              <a:t> </a:t>
            </a:r>
            <a:r>
              <a:rPr dirty="0"/>
              <a:t>diam</a:t>
            </a:r>
            <a:r>
              <a:rPr dirty="0" spc="200"/>
              <a:t> </a:t>
            </a:r>
            <a:r>
              <a:rPr dirty="0"/>
              <a:t>erat,</a:t>
            </a:r>
            <a:r>
              <a:rPr dirty="0" spc="200"/>
              <a:t> </a:t>
            </a:r>
            <a:r>
              <a:rPr dirty="0" spc="60"/>
              <a:t>id</a:t>
            </a:r>
            <a:r>
              <a:rPr dirty="0" spc="200"/>
              <a:t> </a:t>
            </a:r>
            <a:r>
              <a:rPr dirty="0" spc="70"/>
              <a:t>tincidunt</a:t>
            </a:r>
            <a:r>
              <a:rPr dirty="0" spc="195"/>
              <a:t> </a:t>
            </a:r>
            <a:r>
              <a:rPr dirty="0"/>
              <a:t>massa</a:t>
            </a:r>
            <a:r>
              <a:rPr dirty="0" spc="200"/>
              <a:t> </a:t>
            </a:r>
            <a:r>
              <a:rPr dirty="0"/>
              <a:t>cursus</a:t>
            </a:r>
            <a:r>
              <a:rPr dirty="0" spc="200"/>
              <a:t> </a:t>
            </a:r>
            <a:r>
              <a:rPr dirty="0"/>
              <a:t>eu.</a:t>
            </a:r>
            <a:r>
              <a:rPr dirty="0" spc="200"/>
              <a:t> </a:t>
            </a:r>
            <a:r>
              <a:rPr dirty="0"/>
              <a:t>Vestibulum</a:t>
            </a:r>
            <a:r>
              <a:rPr dirty="0" spc="195"/>
              <a:t> </a:t>
            </a:r>
            <a:r>
              <a:rPr dirty="0" spc="25"/>
              <a:t>at </a:t>
            </a:r>
            <a:r>
              <a:rPr dirty="0" spc="55"/>
              <a:t>eleifend</a:t>
            </a:r>
            <a:r>
              <a:rPr dirty="0"/>
              <a:t>  nunc.  Aenean  pulvinar  gravida  bibendum.  </a:t>
            </a:r>
            <a:r>
              <a:rPr dirty="0" spc="-10"/>
              <a:t>Phasellus </a:t>
            </a:r>
            <a:r>
              <a:rPr dirty="0"/>
              <a:t>auctor</a:t>
            </a:r>
            <a:r>
              <a:rPr dirty="0" spc="120"/>
              <a:t>  </a:t>
            </a:r>
            <a:r>
              <a:rPr dirty="0"/>
              <a:t>nunc</a:t>
            </a:r>
            <a:r>
              <a:rPr dirty="0" spc="125"/>
              <a:t>  </a:t>
            </a:r>
            <a:r>
              <a:rPr dirty="0" spc="90"/>
              <a:t>sit</a:t>
            </a:r>
            <a:r>
              <a:rPr dirty="0" spc="125"/>
              <a:t>  </a:t>
            </a:r>
            <a:r>
              <a:rPr dirty="0"/>
              <a:t>amet</a:t>
            </a:r>
            <a:r>
              <a:rPr dirty="0" spc="125"/>
              <a:t>  </a:t>
            </a:r>
            <a:r>
              <a:rPr dirty="0"/>
              <a:t>sem</a:t>
            </a:r>
            <a:r>
              <a:rPr dirty="0" spc="125"/>
              <a:t>  </a:t>
            </a:r>
            <a:r>
              <a:rPr dirty="0"/>
              <a:t>tincidunt,</a:t>
            </a:r>
            <a:r>
              <a:rPr dirty="0" spc="125"/>
              <a:t>  </a:t>
            </a:r>
            <a:r>
              <a:rPr dirty="0" spc="70"/>
              <a:t>tincidunt</a:t>
            </a:r>
            <a:r>
              <a:rPr dirty="0" spc="125"/>
              <a:t>  </a:t>
            </a:r>
            <a:r>
              <a:rPr dirty="0"/>
              <a:t>feugiat</a:t>
            </a:r>
            <a:r>
              <a:rPr dirty="0" spc="125"/>
              <a:t>  </a:t>
            </a:r>
            <a:r>
              <a:rPr dirty="0" spc="-20"/>
              <a:t>quam </a:t>
            </a:r>
            <a:r>
              <a:rPr dirty="0" spc="-10"/>
              <a:t>vestibulum.</a:t>
            </a:r>
          </a:p>
        </p:txBody>
      </p:sp>
      <p:sp>
        <p:nvSpPr>
          <p:cNvPr id="13" name="object 13"/>
          <p:cNvSpPr/>
          <p:nvPr/>
        </p:nvSpPr>
        <p:spPr>
          <a:xfrm>
            <a:off x="1696472" y="9809888"/>
            <a:ext cx="1244600" cy="477520"/>
          </a:xfrm>
          <a:custGeom>
            <a:avLst/>
            <a:gdLst/>
            <a:ahLst/>
            <a:cxnLst/>
            <a:rect l="l" t="t" r="r" b="b"/>
            <a:pathLst>
              <a:path w="1244600" h="477520">
                <a:moveTo>
                  <a:pt x="155418" y="203421"/>
                </a:moveTo>
                <a:lnTo>
                  <a:pt x="156822" y="201401"/>
                </a:lnTo>
                <a:lnTo>
                  <a:pt x="158312" y="200481"/>
                </a:lnTo>
                <a:lnTo>
                  <a:pt x="1117073" y="204"/>
                </a:lnTo>
                <a:lnTo>
                  <a:pt x="1118483" y="0"/>
                </a:lnTo>
                <a:lnTo>
                  <a:pt x="1119861" y="224"/>
                </a:lnTo>
                <a:lnTo>
                  <a:pt x="1244209" y="477110"/>
                </a:lnTo>
                <a:lnTo>
                  <a:pt x="1230073" y="477110"/>
                </a:lnTo>
                <a:lnTo>
                  <a:pt x="1128386" y="75482"/>
                </a:lnTo>
                <a:lnTo>
                  <a:pt x="1115590" y="93883"/>
                </a:lnTo>
                <a:lnTo>
                  <a:pt x="1112192" y="26195"/>
                </a:lnTo>
                <a:lnTo>
                  <a:pt x="882800" y="332165"/>
                </a:lnTo>
                <a:lnTo>
                  <a:pt x="1101718" y="17345"/>
                </a:lnTo>
                <a:lnTo>
                  <a:pt x="173630" y="211216"/>
                </a:lnTo>
                <a:lnTo>
                  <a:pt x="165479" y="222938"/>
                </a:lnTo>
                <a:lnTo>
                  <a:pt x="162281" y="218951"/>
                </a:lnTo>
                <a:lnTo>
                  <a:pt x="76762" y="341933"/>
                </a:lnTo>
                <a:lnTo>
                  <a:pt x="155418" y="203421"/>
                </a:lnTo>
                <a:close/>
              </a:path>
              <a:path w="1244600" h="477520">
                <a:moveTo>
                  <a:pt x="1115590" y="93883"/>
                </a:moveTo>
                <a:lnTo>
                  <a:pt x="1128386" y="75482"/>
                </a:lnTo>
                <a:lnTo>
                  <a:pt x="1148537" y="477110"/>
                </a:lnTo>
                <a:lnTo>
                  <a:pt x="1134832" y="477110"/>
                </a:lnTo>
                <a:lnTo>
                  <a:pt x="1115590" y="93883"/>
                </a:lnTo>
                <a:close/>
              </a:path>
              <a:path w="1244600" h="477520">
                <a:moveTo>
                  <a:pt x="757095" y="477110"/>
                </a:moveTo>
                <a:lnTo>
                  <a:pt x="1101718" y="17345"/>
                </a:lnTo>
                <a:lnTo>
                  <a:pt x="882800" y="332165"/>
                </a:lnTo>
                <a:lnTo>
                  <a:pt x="774132" y="477110"/>
                </a:lnTo>
                <a:lnTo>
                  <a:pt x="757095" y="477110"/>
                </a:lnTo>
                <a:close/>
              </a:path>
              <a:path w="1244600" h="477520">
                <a:moveTo>
                  <a:pt x="165479" y="222938"/>
                </a:moveTo>
                <a:lnTo>
                  <a:pt x="173630" y="211216"/>
                </a:lnTo>
                <a:lnTo>
                  <a:pt x="386913" y="477110"/>
                </a:lnTo>
                <a:lnTo>
                  <a:pt x="369366" y="477110"/>
                </a:lnTo>
                <a:lnTo>
                  <a:pt x="165479" y="222938"/>
                </a:lnTo>
                <a:close/>
              </a:path>
              <a:path w="1244600" h="477520">
                <a:moveTo>
                  <a:pt x="76762" y="341933"/>
                </a:moveTo>
                <a:lnTo>
                  <a:pt x="162281" y="218951"/>
                </a:lnTo>
                <a:lnTo>
                  <a:pt x="15675" y="477110"/>
                </a:lnTo>
                <a:lnTo>
                  <a:pt x="0" y="477110"/>
                </a:lnTo>
                <a:lnTo>
                  <a:pt x="76762" y="34193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8376246"/>
            <a:ext cx="1527810" cy="1911350"/>
          </a:xfrm>
          <a:custGeom>
            <a:avLst/>
            <a:gdLst/>
            <a:ahLst/>
            <a:cxnLst/>
            <a:rect l="l" t="t" r="r" b="b"/>
            <a:pathLst>
              <a:path w="1527810" h="1911350">
                <a:moveTo>
                  <a:pt x="1527594" y="1910753"/>
                </a:moveTo>
                <a:lnTo>
                  <a:pt x="1415846" y="1737233"/>
                </a:lnTo>
                <a:lnTo>
                  <a:pt x="1387652" y="1720913"/>
                </a:lnTo>
                <a:lnTo>
                  <a:pt x="1387652" y="1736483"/>
                </a:lnTo>
                <a:lnTo>
                  <a:pt x="584949" y="1815198"/>
                </a:lnTo>
                <a:lnTo>
                  <a:pt x="884872" y="1530972"/>
                </a:lnTo>
                <a:lnTo>
                  <a:pt x="932649" y="1485696"/>
                </a:lnTo>
                <a:lnTo>
                  <a:pt x="1387652" y="1736483"/>
                </a:lnTo>
                <a:lnTo>
                  <a:pt x="1387652" y="1720913"/>
                </a:lnTo>
                <a:lnTo>
                  <a:pt x="936790" y="1472387"/>
                </a:lnTo>
                <a:lnTo>
                  <a:pt x="923277" y="1444066"/>
                </a:lnTo>
                <a:lnTo>
                  <a:pt x="923277" y="1475740"/>
                </a:lnTo>
                <a:lnTo>
                  <a:pt x="574967" y="1805800"/>
                </a:lnTo>
                <a:lnTo>
                  <a:pt x="681240" y="968476"/>
                </a:lnTo>
                <a:lnTo>
                  <a:pt x="923277" y="1475740"/>
                </a:lnTo>
                <a:lnTo>
                  <a:pt x="923277" y="1444066"/>
                </a:lnTo>
                <a:lnTo>
                  <a:pt x="687692" y="950252"/>
                </a:lnTo>
                <a:lnTo>
                  <a:pt x="687819" y="949833"/>
                </a:lnTo>
                <a:lnTo>
                  <a:pt x="687870" y="948753"/>
                </a:lnTo>
                <a:lnTo>
                  <a:pt x="687539" y="947178"/>
                </a:lnTo>
                <a:lnTo>
                  <a:pt x="666457" y="878916"/>
                </a:lnTo>
                <a:lnTo>
                  <a:pt x="666457" y="976071"/>
                </a:lnTo>
                <a:lnTo>
                  <a:pt x="664349" y="992771"/>
                </a:lnTo>
                <a:lnTo>
                  <a:pt x="559600" y="1818030"/>
                </a:lnTo>
                <a:lnTo>
                  <a:pt x="10477" y="1910600"/>
                </a:lnTo>
                <a:lnTo>
                  <a:pt x="652106" y="992581"/>
                </a:lnTo>
                <a:lnTo>
                  <a:pt x="666457" y="976071"/>
                </a:lnTo>
                <a:lnTo>
                  <a:pt x="666457" y="878916"/>
                </a:lnTo>
                <a:lnTo>
                  <a:pt x="666191" y="878052"/>
                </a:lnTo>
                <a:lnTo>
                  <a:pt x="666191" y="924496"/>
                </a:lnTo>
                <a:lnTo>
                  <a:pt x="475373" y="732967"/>
                </a:lnTo>
                <a:lnTo>
                  <a:pt x="596252" y="732116"/>
                </a:lnTo>
                <a:lnTo>
                  <a:pt x="606767" y="732040"/>
                </a:lnTo>
                <a:lnTo>
                  <a:pt x="666191" y="924496"/>
                </a:lnTo>
                <a:lnTo>
                  <a:pt x="666191" y="878052"/>
                </a:lnTo>
                <a:lnTo>
                  <a:pt x="618807" y="724585"/>
                </a:lnTo>
                <a:lnTo>
                  <a:pt x="699757" y="116001"/>
                </a:lnTo>
                <a:lnTo>
                  <a:pt x="694372" y="108331"/>
                </a:lnTo>
                <a:lnTo>
                  <a:pt x="694232" y="108292"/>
                </a:lnTo>
                <a:lnTo>
                  <a:pt x="693978" y="108267"/>
                </a:lnTo>
                <a:lnTo>
                  <a:pt x="0" y="0"/>
                </a:lnTo>
                <a:lnTo>
                  <a:pt x="0" y="13868"/>
                </a:lnTo>
                <a:lnTo>
                  <a:pt x="671080" y="118554"/>
                </a:lnTo>
                <a:lnTo>
                  <a:pt x="0" y="462178"/>
                </a:lnTo>
                <a:lnTo>
                  <a:pt x="0" y="477481"/>
                </a:lnTo>
                <a:lnTo>
                  <a:pt x="654481" y="142443"/>
                </a:lnTo>
                <a:lnTo>
                  <a:pt x="680186" y="129286"/>
                </a:lnTo>
                <a:lnTo>
                  <a:pt x="678484" y="133743"/>
                </a:lnTo>
                <a:lnTo>
                  <a:pt x="678484" y="172034"/>
                </a:lnTo>
                <a:lnTo>
                  <a:pt x="605815" y="718350"/>
                </a:lnTo>
                <a:lnTo>
                  <a:pt x="468972" y="719340"/>
                </a:lnTo>
                <a:lnTo>
                  <a:pt x="678484" y="172034"/>
                </a:lnTo>
                <a:lnTo>
                  <a:pt x="678484" y="133743"/>
                </a:lnTo>
                <a:lnTo>
                  <a:pt x="645871" y="218922"/>
                </a:lnTo>
                <a:lnTo>
                  <a:pt x="455142" y="717143"/>
                </a:lnTo>
                <a:lnTo>
                  <a:pt x="0" y="522820"/>
                </a:lnTo>
                <a:lnTo>
                  <a:pt x="0" y="537718"/>
                </a:lnTo>
                <a:lnTo>
                  <a:pt x="416687" y="715619"/>
                </a:lnTo>
                <a:lnTo>
                  <a:pt x="0" y="678675"/>
                </a:lnTo>
                <a:lnTo>
                  <a:pt x="0" y="692404"/>
                </a:lnTo>
                <a:lnTo>
                  <a:pt x="407720" y="728535"/>
                </a:lnTo>
                <a:lnTo>
                  <a:pt x="433006" y="730770"/>
                </a:lnTo>
                <a:lnTo>
                  <a:pt x="0" y="931976"/>
                </a:lnTo>
                <a:lnTo>
                  <a:pt x="0" y="947077"/>
                </a:lnTo>
                <a:lnTo>
                  <a:pt x="417499" y="753071"/>
                </a:lnTo>
                <a:lnTo>
                  <a:pt x="436194" y="744385"/>
                </a:lnTo>
                <a:lnTo>
                  <a:pt x="457542" y="734466"/>
                </a:lnTo>
                <a:lnTo>
                  <a:pt x="467423" y="744397"/>
                </a:lnTo>
                <a:lnTo>
                  <a:pt x="658241" y="935926"/>
                </a:lnTo>
                <a:lnTo>
                  <a:pt x="664667" y="942365"/>
                </a:lnTo>
                <a:lnTo>
                  <a:pt x="0" y="952055"/>
                </a:lnTo>
                <a:lnTo>
                  <a:pt x="0" y="965733"/>
                </a:lnTo>
                <a:lnTo>
                  <a:pt x="655040" y="956195"/>
                </a:lnTo>
                <a:lnTo>
                  <a:pt x="660895" y="956119"/>
                </a:lnTo>
                <a:lnTo>
                  <a:pt x="641413" y="983996"/>
                </a:lnTo>
                <a:lnTo>
                  <a:pt x="272516" y="1408366"/>
                </a:lnTo>
                <a:lnTo>
                  <a:pt x="0" y="1010272"/>
                </a:lnTo>
                <a:lnTo>
                  <a:pt x="0" y="1034516"/>
                </a:lnTo>
                <a:lnTo>
                  <a:pt x="253809" y="1405267"/>
                </a:lnTo>
                <a:lnTo>
                  <a:pt x="0" y="1307655"/>
                </a:lnTo>
                <a:lnTo>
                  <a:pt x="0" y="1322324"/>
                </a:lnTo>
                <a:lnTo>
                  <a:pt x="245757" y="1416850"/>
                </a:lnTo>
                <a:lnTo>
                  <a:pt x="246583" y="1417167"/>
                </a:lnTo>
                <a:lnTo>
                  <a:pt x="0" y="1461604"/>
                </a:lnTo>
                <a:lnTo>
                  <a:pt x="0" y="1475524"/>
                </a:lnTo>
                <a:lnTo>
                  <a:pt x="235534" y="1433068"/>
                </a:lnTo>
                <a:lnTo>
                  <a:pt x="273304" y="1426248"/>
                </a:lnTo>
                <a:lnTo>
                  <a:pt x="274904" y="1425892"/>
                </a:lnTo>
                <a:lnTo>
                  <a:pt x="276174" y="1425105"/>
                </a:lnTo>
                <a:lnTo>
                  <a:pt x="277088" y="1424025"/>
                </a:lnTo>
                <a:lnTo>
                  <a:pt x="566851" y="1090663"/>
                </a:lnTo>
                <a:lnTo>
                  <a:pt x="0" y="1901698"/>
                </a:lnTo>
                <a:lnTo>
                  <a:pt x="0" y="1910753"/>
                </a:lnTo>
                <a:lnTo>
                  <a:pt x="10375" y="1910753"/>
                </a:lnTo>
                <a:lnTo>
                  <a:pt x="91986" y="1910753"/>
                </a:lnTo>
                <a:lnTo>
                  <a:pt x="548665" y="1833778"/>
                </a:lnTo>
                <a:lnTo>
                  <a:pt x="560171" y="1831835"/>
                </a:lnTo>
                <a:lnTo>
                  <a:pt x="562787" y="1847062"/>
                </a:lnTo>
                <a:lnTo>
                  <a:pt x="564362" y="1856206"/>
                </a:lnTo>
                <a:lnTo>
                  <a:pt x="573760" y="1910753"/>
                </a:lnTo>
                <a:lnTo>
                  <a:pt x="587654" y="1910753"/>
                </a:lnTo>
                <a:lnTo>
                  <a:pt x="575500" y="1840191"/>
                </a:lnTo>
                <a:lnTo>
                  <a:pt x="575703" y="1840357"/>
                </a:lnTo>
                <a:lnTo>
                  <a:pt x="666369" y="1910753"/>
                </a:lnTo>
                <a:lnTo>
                  <a:pt x="688708" y="1910753"/>
                </a:lnTo>
                <a:lnTo>
                  <a:pt x="583539" y="1829092"/>
                </a:lnTo>
                <a:lnTo>
                  <a:pt x="1377391" y="1751253"/>
                </a:lnTo>
                <a:lnTo>
                  <a:pt x="1401419" y="1748891"/>
                </a:lnTo>
                <a:lnTo>
                  <a:pt x="1391881" y="1789074"/>
                </a:lnTo>
                <a:lnTo>
                  <a:pt x="1362989" y="1910753"/>
                </a:lnTo>
                <a:lnTo>
                  <a:pt x="1377048" y="1910753"/>
                </a:lnTo>
                <a:lnTo>
                  <a:pt x="1413243" y="1758365"/>
                </a:lnTo>
                <a:lnTo>
                  <a:pt x="1511376" y="1910753"/>
                </a:lnTo>
                <a:lnTo>
                  <a:pt x="1527594" y="191075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67130">
              <a:lnSpc>
                <a:spcPct val="100000"/>
              </a:lnSpc>
              <a:spcBef>
                <a:spcPts val="105"/>
              </a:spcBef>
            </a:pPr>
            <a:r>
              <a:rPr dirty="0" spc="425"/>
              <a:t>SUBJECT</a:t>
            </a:r>
            <a:r>
              <a:rPr dirty="0" spc="-495"/>
              <a:t> </a:t>
            </a:r>
            <a:r>
              <a:rPr dirty="0" spc="445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1806" y="4224116"/>
            <a:ext cx="732980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3880" algn="l"/>
                <a:tab pos="3587750" algn="l"/>
                <a:tab pos="5194935" algn="l"/>
                <a:tab pos="6263640" algn="l"/>
              </a:tabLst>
            </a:pPr>
            <a:r>
              <a:rPr dirty="0" sz="3400" spc="-10">
                <a:solidFill>
                  <a:srgbClr val="0C3470"/>
                </a:solidFill>
                <a:latin typeface="Arial MT"/>
                <a:cs typeface="Arial MT"/>
              </a:rPr>
              <a:t>Lorem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20">
                <a:solidFill>
                  <a:srgbClr val="0C3470"/>
                </a:solidFill>
                <a:latin typeface="Arial MT"/>
                <a:cs typeface="Arial MT"/>
              </a:rPr>
              <a:t>ipsum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45">
                <a:solidFill>
                  <a:srgbClr val="0C3470"/>
                </a:solidFill>
                <a:latin typeface="Arial MT"/>
                <a:cs typeface="Arial MT"/>
              </a:rPr>
              <a:t>dolor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65">
                <a:solidFill>
                  <a:srgbClr val="0C3470"/>
                </a:solidFill>
                <a:latin typeface="Arial MT"/>
                <a:cs typeface="Arial MT"/>
              </a:rPr>
              <a:t>sit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40">
                <a:solidFill>
                  <a:srgbClr val="0C3470"/>
                </a:solidFill>
                <a:latin typeface="Arial MT"/>
                <a:cs typeface="Arial MT"/>
              </a:rPr>
              <a:t>amet,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1806" y="4824191"/>
            <a:ext cx="732980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50">
                <a:solidFill>
                  <a:srgbClr val="0C3470"/>
                </a:solidFill>
                <a:latin typeface="Arial MT"/>
                <a:cs typeface="Arial MT"/>
              </a:rPr>
              <a:t>consectetur</a:t>
            </a:r>
            <a:r>
              <a:rPr dirty="0" sz="3400" spc="54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adipiscing</a:t>
            </a:r>
            <a:r>
              <a:rPr dirty="0" sz="3400" spc="54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elit.</a:t>
            </a:r>
            <a:r>
              <a:rPr dirty="0" sz="3400" spc="54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3400" spc="-20">
                <a:solidFill>
                  <a:srgbClr val="0C3470"/>
                </a:solidFill>
                <a:latin typeface="Arial MT"/>
                <a:cs typeface="Arial MT"/>
              </a:rPr>
              <a:t>Phasellus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1806" y="5424266"/>
            <a:ext cx="732980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9775" algn="l"/>
                <a:tab pos="2293620" algn="l"/>
                <a:tab pos="3990975" algn="l"/>
                <a:tab pos="5187950" algn="l"/>
                <a:tab pos="5866765" algn="l"/>
              </a:tabLst>
            </a:pPr>
            <a:r>
              <a:rPr dirty="0" sz="3400" spc="100">
                <a:solidFill>
                  <a:srgbClr val="0C3470"/>
                </a:solidFill>
                <a:latin typeface="Arial MT"/>
                <a:cs typeface="Arial MT"/>
              </a:rPr>
              <a:t>et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10">
                <a:solidFill>
                  <a:srgbClr val="0C3470"/>
                </a:solidFill>
                <a:latin typeface="Arial MT"/>
                <a:cs typeface="Arial MT"/>
              </a:rPr>
              <a:t>iaculis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10">
                <a:solidFill>
                  <a:srgbClr val="0C3470"/>
                </a:solidFill>
                <a:latin typeface="Arial MT"/>
                <a:cs typeface="Arial MT"/>
              </a:rPr>
              <a:t>mauris.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25">
                <a:solidFill>
                  <a:srgbClr val="0C3470"/>
                </a:solidFill>
                <a:latin typeface="Arial MT"/>
                <a:cs typeface="Arial MT"/>
              </a:rPr>
              <a:t>Nam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25">
                <a:solidFill>
                  <a:srgbClr val="0C3470"/>
                </a:solidFill>
                <a:latin typeface="Arial MT"/>
                <a:cs typeface="Arial MT"/>
              </a:rPr>
              <a:t>in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35">
                <a:solidFill>
                  <a:srgbClr val="0C3470"/>
                </a:solidFill>
                <a:latin typeface="Arial MT"/>
                <a:cs typeface="Arial MT"/>
              </a:rPr>
              <a:t>facilisis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1806" y="5942388"/>
            <a:ext cx="7329805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  <a:tabLst>
                <a:tab pos="1520190" algn="l"/>
                <a:tab pos="4457700" algn="l"/>
                <a:tab pos="6384925" algn="l"/>
              </a:tabLst>
            </a:pPr>
            <a:r>
              <a:rPr dirty="0" sz="3400" spc="-10">
                <a:solidFill>
                  <a:srgbClr val="0C3470"/>
                </a:solidFill>
                <a:latin typeface="Arial MT"/>
                <a:cs typeface="Arial MT"/>
              </a:rPr>
              <a:t>lacus.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10">
                <a:solidFill>
                  <a:srgbClr val="0C3470"/>
                </a:solidFill>
                <a:latin typeface="Arial MT"/>
                <a:cs typeface="Arial MT"/>
              </a:rPr>
              <a:t>Pellentesque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10">
                <a:solidFill>
                  <a:srgbClr val="0C3470"/>
                </a:solidFill>
                <a:latin typeface="Arial MT"/>
                <a:cs typeface="Arial MT"/>
              </a:rPr>
              <a:t>dapibus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	</a:t>
            </a:r>
            <a:r>
              <a:rPr dirty="0" sz="3400" spc="-25">
                <a:solidFill>
                  <a:srgbClr val="0C3470"/>
                </a:solidFill>
                <a:latin typeface="Arial MT"/>
                <a:cs typeface="Arial MT"/>
              </a:rPr>
              <a:t>diam 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erat,</a:t>
            </a:r>
            <a:r>
              <a:rPr dirty="0" sz="3400" spc="50">
                <a:solidFill>
                  <a:srgbClr val="0C3470"/>
                </a:solidFill>
                <a:latin typeface="Arial MT"/>
                <a:cs typeface="Arial MT"/>
              </a:rPr>
              <a:t>  </a:t>
            </a:r>
            <a:r>
              <a:rPr dirty="0" sz="3400" spc="60">
                <a:solidFill>
                  <a:srgbClr val="0C3470"/>
                </a:solidFill>
                <a:latin typeface="Arial MT"/>
                <a:cs typeface="Arial MT"/>
              </a:rPr>
              <a:t>id</a:t>
            </a:r>
            <a:r>
              <a:rPr dirty="0" sz="3400" spc="55">
                <a:solidFill>
                  <a:srgbClr val="0C3470"/>
                </a:solidFill>
                <a:latin typeface="Arial MT"/>
                <a:cs typeface="Arial MT"/>
              </a:rPr>
              <a:t>  </a:t>
            </a:r>
            <a:r>
              <a:rPr dirty="0" sz="3400" spc="70">
                <a:solidFill>
                  <a:srgbClr val="0C3470"/>
                </a:solidFill>
                <a:latin typeface="Arial MT"/>
                <a:cs typeface="Arial MT"/>
              </a:rPr>
              <a:t>tincidunt</a:t>
            </a:r>
            <a:r>
              <a:rPr dirty="0" sz="3400" spc="55">
                <a:solidFill>
                  <a:srgbClr val="0C3470"/>
                </a:solidFill>
                <a:latin typeface="Arial MT"/>
                <a:cs typeface="Arial MT"/>
              </a:rPr>
              <a:t>  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massa</a:t>
            </a:r>
            <a:r>
              <a:rPr dirty="0" sz="3400" spc="50">
                <a:solidFill>
                  <a:srgbClr val="0C3470"/>
                </a:solidFill>
                <a:latin typeface="Arial MT"/>
                <a:cs typeface="Arial MT"/>
              </a:rPr>
              <a:t>  </a:t>
            </a: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cursus</a:t>
            </a:r>
            <a:r>
              <a:rPr dirty="0" sz="3400" spc="55">
                <a:solidFill>
                  <a:srgbClr val="0C3470"/>
                </a:solidFill>
                <a:latin typeface="Arial MT"/>
                <a:cs typeface="Arial MT"/>
              </a:rPr>
              <a:t>  </a:t>
            </a:r>
            <a:r>
              <a:rPr dirty="0" sz="3400" spc="-60">
                <a:solidFill>
                  <a:srgbClr val="0C3470"/>
                </a:solidFill>
                <a:latin typeface="Arial MT"/>
                <a:cs typeface="Arial MT"/>
              </a:rPr>
              <a:t>eu.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1806" y="7224491"/>
            <a:ext cx="557911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solidFill>
                  <a:srgbClr val="0C3470"/>
                </a:solidFill>
                <a:latin typeface="Arial MT"/>
                <a:cs typeface="Arial MT"/>
              </a:rPr>
              <a:t>Vestibulum</a:t>
            </a:r>
            <a:r>
              <a:rPr dirty="0" sz="3400" spc="20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3400" spc="50">
                <a:solidFill>
                  <a:srgbClr val="0C3470"/>
                </a:solidFill>
                <a:latin typeface="Arial MT"/>
                <a:cs typeface="Arial MT"/>
              </a:rPr>
              <a:t>at</a:t>
            </a:r>
            <a:r>
              <a:rPr dirty="0" sz="3400" spc="204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3400" spc="55">
                <a:solidFill>
                  <a:srgbClr val="0C3470"/>
                </a:solidFill>
                <a:latin typeface="Arial MT"/>
                <a:cs typeface="Arial MT"/>
              </a:rPr>
              <a:t>eleifend</a:t>
            </a:r>
            <a:r>
              <a:rPr dirty="0" sz="3400" spc="204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3400" spc="-20">
                <a:solidFill>
                  <a:srgbClr val="0C3470"/>
                </a:solidFill>
                <a:latin typeface="Arial MT"/>
                <a:cs typeface="Arial MT"/>
              </a:rPr>
              <a:t>nunc.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6756" y="4279315"/>
            <a:ext cx="170179" cy="1701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111039" y="4241186"/>
            <a:ext cx="476250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>
                <a:solidFill>
                  <a:srgbClr val="0C3470"/>
                </a:solidFill>
                <a:latin typeface="Arial MT"/>
                <a:cs typeface="Arial MT"/>
              </a:rPr>
              <a:t>Seri</a:t>
            </a:r>
            <a:r>
              <a:rPr dirty="0" sz="1300" spc="7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0C3470"/>
                </a:solidFill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0713" y="4279315"/>
            <a:ext cx="170179" cy="17017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104996" y="4241186"/>
            <a:ext cx="476250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>
                <a:solidFill>
                  <a:srgbClr val="0C3470"/>
                </a:solidFill>
                <a:latin typeface="Arial MT"/>
                <a:cs typeface="Arial MT"/>
              </a:rPr>
              <a:t>Seri</a:t>
            </a:r>
            <a:r>
              <a:rPr dirty="0" sz="1300" spc="7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0C3470"/>
                </a:solidFill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72898" y="4279315"/>
            <a:ext cx="170179" cy="17017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107180" y="4241186"/>
            <a:ext cx="476250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>
                <a:solidFill>
                  <a:srgbClr val="0C3470"/>
                </a:solidFill>
                <a:latin typeface="Arial MT"/>
                <a:cs typeface="Arial MT"/>
              </a:rPr>
              <a:t>Seri</a:t>
            </a:r>
            <a:r>
              <a:rPr dirty="0" sz="1300" spc="70">
                <a:solidFill>
                  <a:srgbClr val="0C3470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0C3470"/>
                </a:solidFill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341440" y="4670729"/>
            <a:ext cx="3842385" cy="0"/>
          </a:xfrm>
          <a:custGeom>
            <a:avLst/>
            <a:gdLst/>
            <a:ahLst/>
            <a:cxnLst/>
            <a:rect l="l" t="t" r="r" b="b"/>
            <a:pathLst>
              <a:path w="3842384" h="0">
                <a:moveTo>
                  <a:pt x="0" y="0"/>
                </a:moveTo>
                <a:lnTo>
                  <a:pt x="3842051" y="0"/>
                </a:lnTo>
              </a:path>
            </a:pathLst>
          </a:custGeom>
          <a:ln w="4113">
            <a:solidFill>
              <a:srgbClr val="0C347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11341440" y="4999754"/>
            <a:ext cx="3842385" cy="2610485"/>
            <a:chOff x="11341440" y="4999754"/>
            <a:chExt cx="3842385" cy="2610485"/>
          </a:xfrm>
        </p:grpSpPr>
        <p:sp>
          <p:nvSpPr>
            <p:cNvPr id="16" name="object 16"/>
            <p:cNvSpPr/>
            <p:nvPr/>
          </p:nvSpPr>
          <p:spPr>
            <a:xfrm>
              <a:off x="11341440" y="7603682"/>
              <a:ext cx="3842385" cy="0"/>
            </a:xfrm>
            <a:custGeom>
              <a:avLst/>
              <a:gdLst/>
              <a:ahLst/>
              <a:cxnLst/>
              <a:rect l="l" t="t" r="r" b="b"/>
              <a:pathLst>
                <a:path w="3842384" h="0">
                  <a:moveTo>
                    <a:pt x="0" y="0"/>
                  </a:moveTo>
                  <a:lnTo>
                    <a:pt x="3842051" y="0"/>
                  </a:lnTo>
                </a:path>
              </a:pathLst>
            </a:custGeom>
            <a:ln w="4113">
              <a:solidFill>
                <a:srgbClr val="0C3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341440" y="5089722"/>
              <a:ext cx="3842385" cy="2095500"/>
            </a:xfrm>
            <a:custGeom>
              <a:avLst/>
              <a:gdLst/>
              <a:ahLst/>
              <a:cxnLst/>
              <a:rect l="l" t="t" r="r" b="b"/>
              <a:pathLst>
                <a:path w="3842384" h="2095500">
                  <a:moveTo>
                    <a:pt x="0" y="2094966"/>
                  </a:moveTo>
                  <a:lnTo>
                    <a:pt x="3842051" y="2094966"/>
                  </a:lnTo>
                </a:path>
                <a:path w="3842384" h="2095500">
                  <a:moveTo>
                    <a:pt x="0" y="1675973"/>
                  </a:moveTo>
                  <a:lnTo>
                    <a:pt x="3842051" y="1675973"/>
                  </a:lnTo>
                </a:path>
                <a:path w="3842384" h="2095500">
                  <a:moveTo>
                    <a:pt x="0" y="1256979"/>
                  </a:moveTo>
                  <a:lnTo>
                    <a:pt x="3842051" y="1256979"/>
                  </a:lnTo>
                </a:path>
                <a:path w="3842384" h="2095500">
                  <a:moveTo>
                    <a:pt x="0" y="837986"/>
                  </a:moveTo>
                  <a:lnTo>
                    <a:pt x="3842051" y="837986"/>
                  </a:lnTo>
                </a:path>
                <a:path w="3842384" h="2095500">
                  <a:moveTo>
                    <a:pt x="0" y="418993"/>
                  </a:moveTo>
                  <a:lnTo>
                    <a:pt x="3842051" y="418993"/>
                  </a:lnTo>
                </a:path>
                <a:path w="3842384" h="2095500">
                  <a:moveTo>
                    <a:pt x="0" y="0"/>
                  </a:moveTo>
                  <a:lnTo>
                    <a:pt x="3842051" y="0"/>
                  </a:lnTo>
                </a:path>
              </a:pathLst>
            </a:custGeom>
            <a:ln w="4113">
              <a:solidFill>
                <a:srgbClr val="0C3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725645" y="5005924"/>
              <a:ext cx="3074035" cy="2346960"/>
            </a:xfrm>
            <a:custGeom>
              <a:avLst/>
              <a:gdLst/>
              <a:ahLst/>
              <a:cxnLst/>
              <a:rect l="l" t="t" r="r" b="b"/>
              <a:pathLst>
                <a:path w="3074034" h="2346959">
                  <a:moveTo>
                    <a:pt x="0" y="2346362"/>
                  </a:moveTo>
                  <a:lnTo>
                    <a:pt x="0" y="1969268"/>
                  </a:lnTo>
                  <a:lnTo>
                    <a:pt x="768410" y="1634073"/>
                  </a:lnTo>
                  <a:lnTo>
                    <a:pt x="1536820" y="858936"/>
                  </a:lnTo>
                  <a:lnTo>
                    <a:pt x="2305231" y="817036"/>
                  </a:lnTo>
                  <a:lnTo>
                    <a:pt x="3073641" y="0"/>
                  </a:lnTo>
                  <a:lnTo>
                    <a:pt x="3073641" y="879885"/>
                  </a:lnTo>
                  <a:lnTo>
                    <a:pt x="2305231" y="1655023"/>
                  </a:lnTo>
                  <a:lnTo>
                    <a:pt x="1536820" y="1382677"/>
                  </a:lnTo>
                  <a:lnTo>
                    <a:pt x="768410" y="2262563"/>
                  </a:lnTo>
                  <a:lnTo>
                    <a:pt x="0" y="2346362"/>
                  </a:lnTo>
                  <a:close/>
                </a:path>
              </a:pathLst>
            </a:custGeom>
            <a:solidFill>
              <a:srgbClr val="0C3470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725645" y="5885810"/>
              <a:ext cx="3074035" cy="1718310"/>
            </a:xfrm>
            <a:custGeom>
              <a:avLst/>
              <a:gdLst/>
              <a:ahLst/>
              <a:cxnLst/>
              <a:rect l="l" t="t" r="r" b="b"/>
              <a:pathLst>
                <a:path w="3074034" h="1718309">
                  <a:moveTo>
                    <a:pt x="0" y="1717872"/>
                  </a:moveTo>
                  <a:lnTo>
                    <a:pt x="0" y="1466476"/>
                  </a:lnTo>
                  <a:lnTo>
                    <a:pt x="768410" y="1382677"/>
                  </a:lnTo>
                  <a:lnTo>
                    <a:pt x="1536820" y="502791"/>
                  </a:lnTo>
                  <a:lnTo>
                    <a:pt x="2305231" y="775137"/>
                  </a:lnTo>
                  <a:lnTo>
                    <a:pt x="3073641" y="0"/>
                  </a:lnTo>
                  <a:lnTo>
                    <a:pt x="3073641" y="1047483"/>
                  </a:lnTo>
                  <a:lnTo>
                    <a:pt x="2305231" y="1089382"/>
                  </a:lnTo>
                  <a:lnTo>
                    <a:pt x="1536820" y="921785"/>
                  </a:lnTo>
                  <a:lnTo>
                    <a:pt x="768410" y="1466476"/>
                  </a:lnTo>
                  <a:lnTo>
                    <a:pt x="0" y="1717872"/>
                  </a:lnTo>
                  <a:close/>
                </a:path>
              </a:pathLst>
            </a:custGeom>
            <a:solidFill>
              <a:srgbClr val="3186B6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725645" y="6807595"/>
              <a:ext cx="3074035" cy="796290"/>
            </a:xfrm>
            <a:custGeom>
              <a:avLst/>
              <a:gdLst/>
              <a:ahLst/>
              <a:cxnLst/>
              <a:rect l="l" t="t" r="r" b="b"/>
              <a:pathLst>
                <a:path w="3074034" h="796290">
                  <a:moveTo>
                    <a:pt x="3073641" y="796087"/>
                  </a:moveTo>
                  <a:lnTo>
                    <a:pt x="0" y="796087"/>
                  </a:lnTo>
                  <a:lnTo>
                    <a:pt x="768410" y="544691"/>
                  </a:lnTo>
                  <a:lnTo>
                    <a:pt x="1536820" y="0"/>
                  </a:lnTo>
                  <a:lnTo>
                    <a:pt x="2305231" y="167597"/>
                  </a:lnTo>
                  <a:lnTo>
                    <a:pt x="3073641" y="125697"/>
                  </a:lnTo>
                  <a:lnTo>
                    <a:pt x="3073641" y="796087"/>
                  </a:lnTo>
                  <a:close/>
                </a:path>
              </a:pathLst>
            </a:custGeom>
            <a:solidFill>
              <a:srgbClr val="74BAE2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725645" y="5005924"/>
              <a:ext cx="3074035" cy="1969770"/>
            </a:xfrm>
            <a:custGeom>
              <a:avLst/>
              <a:gdLst/>
              <a:ahLst/>
              <a:cxnLst/>
              <a:rect l="l" t="t" r="r" b="b"/>
              <a:pathLst>
                <a:path w="3074034" h="1969770">
                  <a:moveTo>
                    <a:pt x="0" y="1969268"/>
                  </a:moveTo>
                  <a:lnTo>
                    <a:pt x="0" y="1969268"/>
                  </a:lnTo>
                  <a:lnTo>
                    <a:pt x="768410" y="1634073"/>
                  </a:lnTo>
                  <a:lnTo>
                    <a:pt x="1536820" y="858936"/>
                  </a:lnTo>
                  <a:lnTo>
                    <a:pt x="2305231" y="817036"/>
                  </a:lnTo>
                  <a:lnTo>
                    <a:pt x="3073641" y="0"/>
                  </a:lnTo>
                </a:path>
              </a:pathLst>
            </a:custGeom>
            <a:ln w="12339">
              <a:solidFill>
                <a:srgbClr val="0C3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725645" y="5885810"/>
              <a:ext cx="3074035" cy="1466850"/>
            </a:xfrm>
            <a:custGeom>
              <a:avLst/>
              <a:gdLst/>
              <a:ahLst/>
              <a:cxnLst/>
              <a:rect l="l" t="t" r="r" b="b"/>
              <a:pathLst>
                <a:path w="3074034" h="1466850">
                  <a:moveTo>
                    <a:pt x="0" y="1466476"/>
                  </a:moveTo>
                  <a:lnTo>
                    <a:pt x="768410" y="1382677"/>
                  </a:lnTo>
                  <a:lnTo>
                    <a:pt x="1536820" y="502791"/>
                  </a:lnTo>
                  <a:lnTo>
                    <a:pt x="2305231" y="775137"/>
                  </a:lnTo>
                  <a:lnTo>
                    <a:pt x="3073641" y="0"/>
                  </a:lnTo>
                </a:path>
              </a:pathLst>
            </a:custGeom>
            <a:ln w="12339">
              <a:solidFill>
                <a:srgbClr val="3186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725645" y="6807595"/>
              <a:ext cx="3074035" cy="796290"/>
            </a:xfrm>
            <a:custGeom>
              <a:avLst/>
              <a:gdLst/>
              <a:ahLst/>
              <a:cxnLst/>
              <a:rect l="l" t="t" r="r" b="b"/>
              <a:pathLst>
                <a:path w="3074034" h="796290">
                  <a:moveTo>
                    <a:pt x="0" y="796087"/>
                  </a:moveTo>
                  <a:lnTo>
                    <a:pt x="768410" y="544691"/>
                  </a:lnTo>
                  <a:lnTo>
                    <a:pt x="1536820" y="0"/>
                  </a:lnTo>
                  <a:lnTo>
                    <a:pt x="2305231" y="167597"/>
                  </a:lnTo>
                  <a:lnTo>
                    <a:pt x="3073641" y="125697"/>
                  </a:lnTo>
                </a:path>
              </a:pathLst>
            </a:custGeom>
            <a:ln w="12339">
              <a:solidFill>
                <a:srgbClr val="74BA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1464293" y="7629304"/>
            <a:ext cx="53022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55">
                <a:solidFill>
                  <a:srgbClr val="0C3470"/>
                </a:solidFill>
                <a:latin typeface="Arial MT"/>
                <a:cs typeface="Arial MT"/>
              </a:rPr>
              <a:t>Item </a:t>
            </a:r>
            <a:r>
              <a:rPr dirty="0" sz="1300" spc="-60">
                <a:solidFill>
                  <a:srgbClr val="0C3470"/>
                </a:solidFill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28590" y="7629304"/>
            <a:ext cx="53022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55">
                <a:solidFill>
                  <a:srgbClr val="0C3470"/>
                </a:solidFill>
                <a:latin typeface="Arial MT"/>
                <a:cs typeface="Arial MT"/>
              </a:rPr>
              <a:t>Item </a:t>
            </a:r>
            <a:r>
              <a:rPr dirty="0" sz="1300" spc="-60">
                <a:solidFill>
                  <a:srgbClr val="0C3470"/>
                </a:solidFill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997000" y="7629304"/>
            <a:ext cx="53022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55">
                <a:solidFill>
                  <a:srgbClr val="0C3470"/>
                </a:solidFill>
                <a:latin typeface="Arial MT"/>
                <a:cs typeface="Arial MT"/>
              </a:rPr>
              <a:t>Item </a:t>
            </a:r>
            <a:r>
              <a:rPr dirty="0" sz="1300" spc="-60">
                <a:solidFill>
                  <a:srgbClr val="0C3470"/>
                </a:solidFill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63355" y="7629304"/>
            <a:ext cx="53022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55">
                <a:solidFill>
                  <a:srgbClr val="0C3470"/>
                </a:solidFill>
                <a:latin typeface="Arial MT"/>
                <a:cs typeface="Arial MT"/>
              </a:rPr>
              <a:t>Item </a:t>
            </a:r>
            <a:r>
              <a:rPr dirty="0" sz="1300" spc="-60">
                <a:solidFill>
                  <a:srgbClr val="0C3470"/>
                </a:solidFill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533821" y="7629304"/>
            <a:ext cx="53022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55">
                <a:solidFill>
                  <a:srgbClr val="0C3470"/>
                </a:solidFill>
                <a:latin typeface="Arial MT"/>
                <a:cs typeface="Arial MT"/>
              </a:rPr>
              <a:t>Item </a:t>
            </a:r>
            <a:r>
              <a:rPr dirty="0" sz="1300" spc="-60">
                <a:solidFill>
                  <a:srgbClr val="0C3470"/>
                </a:solidFill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096311" y="7482518"/>
            <a:ext cx="12382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50">
                <a:solidFill>
                  <a:srgbClr val="0C3470"/>
                </a:solidFill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998494" y="7063525"/>
            <a:ext cx="22161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98494" y="6644531"/>
            <a:ext cx="22161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40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98494" y="6225538"/>
            <a:ext cx="22161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60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98494" y="5806545"/>
            <a:ext cx="22161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80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00678" y="5387552"/>
            <a:ext cx="31940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100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00678" y="4968559"/>
            <a:ext cx="31940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120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00678" y="4549566"/>
            <a:ext cx="319405" cy="229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00" spc="-25">
                <a:solidFill>
                  <a:srgbClr val="0C3470"/>
                </a:solidFill>
                <a:latin typeface="Arial MT"/>
                <a:cs typeface="Arial MT"/>
              </a:rPr>
              <a:t>140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62710">
              <a:lnSpc>
                <a:spcPct val="100000"/>
              </a:lnSpc>
              <a:spcBef>
                <a:spcPts val="105"/>
              </a:spcBef>
            </a:pPr>
            <a:r>
              <a:rPr dirty="0" spc="675"/>
              <a:t>ANALYSIS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97815" rIns="0" bIns="0" rtlCol="0" vert="horz">
            <a:spAutoFit/>
          </a:bodyPr>
          <a:lstStyle/>
          <a:p>
            <a:pPr algn="just" marL="12700" marR="5080">
              <a:lnSpc>
                <a:spcPct val="115799"/>
              </a:lnSpc>
              <a:spcBef>
                <a:spcPts val="100"/>
              </a:spcBef>
            </a:pPr>
            <a:r>
              <a:rPr dirty="0"/>
              <a:t>Lorem</a:t>
            </a:r>
            <a:r>
              <a:rPr dirty="0" spc="455"/>
              <a:t>  </a:t>
            </a:r>
            <a:r>
              <a:rPr dirty="0"/>
              <a:t>ipsum</a:t>
            </a:r>
            <a:r>
              <a:rPr dirty="0" spc="455"/>
              <a:t>  </a:t>
            </a:r>
            <a:r>
              <a:rPr dirty="0" spc="65"/>
              <a:t>dolor</a:t>
            </a:r>
            <a:r>
              <a:rPr dirty="0" spc="455"/>
              <a:t>  </a:t>
            </a:r>
            <a:r>
              <a:rPr dirty="0" spc="90"/>
              <a:t>sit</a:t>
            </a:r>
            <a:r>
              <a:rPr dirty="0" spc="455"/>
              <a:t>  </a:t>
            </a:r>
            <a:r>
              <a:rPr dirty="0"/>
              <a:t>amet,</a:t>
            </a:r>
            <a:r>
              <a:rPr dirty="0" spc="455"/>
              <a:t>  </a:t>
            </a:r>
            <a:r>
              <a:rPr dirty="0" spc="50"/>
              <a:t>consectetur</a:t>
            </a:r>
            <a:r>
              <a:rPr dirty="0" spc="455"/>
              <a:t>  </a:t>
            </a:r>
            <a:r>
              <a:rPr dirty="0"/>
              <a:t>adipiscing</a:t>
            </a:r>
            <a:r>
              <a:rPr dirty="0" spc="455"/>
              <a:t>  </a:t>
            </a:r>
            <a:r>
              <a:rPr dirty="0" spc="-10"/>
              <a:t>elit. </a:t>
            </a:r>
            <a:r>
              <a:rPr dirty="0"/>
              <a:t>Phasellus</a:t>
            </a:r>
            <a:r>
              <a:rPr dirty="0" spc="160"/>
              <a:t> </a:t>
            </a:r>
            <a:r>
              <a:rPr dirty="0" spc="125"/>
              <a:t>et</a:t>
            </a:r>
            <a:r>
              <a:rPr dirty="0" spc="160"/>
              <a:t> </a:t>
            </a:r>
            <a:r>
              <a:rPr dirty="0"/>
              <a:t>iaculis</a:t>
            </a:r>
            <a:r>
              <a:rPr dirty="0" spc="165"/>
              <a:t> </a:t>
            </a:r>
            <a:r>
              <a:rPr dirty="0"/>
              <a:t>mauris.</a:t>
            </a:r>
            <a:r>
              <a:rPr dirty="0" spc="160"/>
              <a:t> </a:t>
            </a:r>
            <a:r>
              <a:rPr dirty="0"/>
              <a:t>Nam</a:t>
            </a:r>
            <a:r>
              <a:rPr dirty="0" spc="160"/>
              <a:t> </a:t>
            </a:r>
            <a:r>
              <a:rPr dirty="0"/>
              <a:t>in</a:t>
            </a:r>
            <a:r>
              <a:rPr dirty="0" spc="165"/>
              <a:t> </a:t>
            </a:r>
            <a:r>
              <a:rPr dirty="0" spc="45"/>
              <a:t>facilisis</a:t>
            </a:r>
            <a:r>
              <a:rPr dirty="0" spc="160"/>
              <a:t> </a:t>
            </a:r>
            <a:r>
              <a:rPr dirty="0"/>
              <a:t>lacus.</a:t>
            </a:r>
            <a:r>
              <a:rPr dirty="0" spc="160"/>
              <a:t> </a:t>
            </a:r>
            <a:r>
              <a:rPr dirty="0" spc="-10"/>
              <a:t>Pellentesque </a:t>
            </a:r>
            <a:r>
              <a:rPr dirty="0"/>
              <a:t>dapibus</a:t>
            </a:r>
            <a:r>
              <a:rPr dirty="0" spc="195"/>
              <a:t> </a:t>
            </a:r>
            <a:r>
              <a:rPr dirty="0"/>
              <a:t>diam</a:t>
            </a:r>
            <a:r>
              <a:rPr dirty="0" spc="200"/>
              <a:t> </a:t>
            </a:r>
            <a:r>
              <a:rPr dirty="0"/>
              <a:t>erat,</a:t>
            </a:r>
            <a:r>
              <a:rPr dirty="0" spc="200"/>
              <a:t> </a:t>
            </a:r>
            <a:r>
              <a:rPr dirty="0" spc="60"/>
              <a:t>id</a:t>
            </a:r>
            <a:r>
              <a:rPr dirty="0" spc="200"/>
              <a:t> </a:t>
            </a:r>
            <a:r>
              <a:rPr dirty="0" spc="70"/>
              <a:t>tincidunt</a:t>
            </a:r>
            <a:r>
              <a:rPr dirty="0" spc="195"/>
              <a:t> </a:t>
            </a:r>
            <a:r>
              <a:rPr dirty="0"/>
              <a:t>massa</a:t>
            </a:r>
            <a:r>
              <a:rPr dirty="0" spc="200"/>
              <a:t> </a:t>
            </a:r>
            <a:r>
              <a:rPr dirty="0"/>
              <a:t>cursus</a:t>
            </a:r>
            <a:r>
              <a:rPr dirty="0" spc="200"/>
              <a:t> </a:t>
            </a:r>
            <a:r>
              <a:rPr dirty="0"/>
              <a:t>eu.</a:t>
            </a:r>
            <a:r>
              <a:rPr dirty="0" spc="200"/>
              <a:t> </a:t>
            </a:r>
            <a:r>
              <a:rPr dirty="0"/>
              <a:t>Vestibulum</a:t>
            </a:r>
            <a:r>
              <a:rPr dirty="0" spc="195"/>
              <a:t> </a:t>
            </a:r>
            <a:r>
              <a:rPr dirty="0" spc="25"/>
              <a:t>at </a:t>
            </a:r>
            <a:r>
              <a:rPr dirty="0" spc="55"/>
              <a:t>eleifend</a:t>
            </a:r>
            <a:r>
              <a:rPr dirty="0"/>
              <a:t>  nunc.  Aenean  pulvinar  gravida  bibendum.  </a:t>
            </a:r>
            <a:r>
              <a:rPr dirty="0" spc="-10"/>
              <a:t>Phasellus </a:t>
            </a:r>
            <a:r>
              <a:rPr dirty="0"/>
              <a:t>auctor</a:t>
            </a:r>
            <a:r>
              <a:rPr dirty="0" spc="120"/>
              <a:t>  </a:t>
            </a:r>
            <a:r>
              <a:rPr dirty="0"/>
              <a:t>nunc</a:t>
            </a:r>
            <a:r>
              <a:rPr dirty="0" spc="125"/>
              <a:t>  </a:t>
            </a:r>
            <a:r>
              <a:rPr dirty="0" spc="90"/>
              <a:t>sit</a:t>
            </a:r>
            <a:r>
              <a:rPr dirty="0" spc="125"/>
              <a:t>  </a:t>
            </a:r>
            <a:r>
              <a:rPr dirty="0"/>
              <a:t>amet</a:t>
            </a:r>
            <a:r>
              <a:rPr dirty="0" spc="125"/>
              <a:t>  </a:t>
            </a:r>
            <a:r>
              <a:rPr dirty="0"/>
              <a:t>sem</a:t>
            </a:r>
            <a:r>
              <a:rPr dirty="0" spc="125"/>
              <a:t>  </a:t>
            </a:r>
            <a:r>
              <a:rPr dirty="0"/>
              <a:t>tincidunt,</a:t>
            </a:r>
            <a:r>
              <a:rPr dirty="0" spc="125"/>
              <a:t>  </a:t>
            </a:r>
            <a:r>
              <a:rPr dirty="0" spc="70"/>
              <a:t>tincidunt</a:t>
            </a:r>
            <a:r>
              <a:rPr dirty="0" spc="125"/>
              <a:t>  </a:t>
            </a:r>
            <a:r>
              <a:rPr dirty="0"/>
              <a:t>feugiat</a:t>
            </a:r>
            <a:r>
              <a:rPr dirty="0" spc="125"/>
              <a:t>  </a:t>
            </a:r>
            <a:r>
              <a:rPr dirty="0" spc="-20"/>
              <a:t>quam </a:t>
            </a:r>
            <a:r>
              <a:rPr dirty="0" spc="-10"/>
              <a:t>vestibulum.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69924" y="2046820"/>
            <a:ext cx="4748530" cy="14897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495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5862" y="4183445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5862" y="5668710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5862" y="7153974"/>
            <a:ext cx="133350" cy="1333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46125" marR="5080">
              <a:lnSpc>
                <a:spcPct val="115799"/>
              </a:lnSpc>
              <a:spcBef>
                <a:spcPts val="100"/>
              </a:spcBef>
            </a:pPr>
            <a:r>
              <a:rPr dirty="0"/>
              <a:t>Lorem</a:t>
            </a:r>
            <a:r>
              <a:rPr dirty="0" spc="40"/>
              <a:t>  </a:t>
            </a:r>
            <a:r>
              <a:rPr dirty="0"/>
              <a:t>ipsum</a:t>
            </a:r>
            <a:r>
              <a:rPr dirty="0" spc="40"/>
              <a:t>  </a:t>
            </a:r>
            <a:r>
              <a:rPr dirty="0" spc="65"/>
              <a:t>dolor</a:t>
            </a:r>
            <a:r>
              <a:rPr dirty="0" spc="40"/>
              <a:t>  </a:t>
            </a:r>
            <a:r>
              <a:rPr dirty="0" spc="90"/>
              <a:t>sit</a:t>
            </a:r>
            <a:r>
              <a:rPr dirty="0" spc="40"/>
              <a:t>  </a:t>
            </a:r>
            <a:r>
              <a:rPr dirty="0"/>
              <a:t>amet,</a:t>
            </a:r>
            <a:r>
              <a:rPr dirty="0" spc="40"/>
              <a:t>  </a:t>
            </a:r>
            <a:r>
              <a:rPr dirty="0" spc="50"/>
              <a:t>consectetur</a:t>
            </a:r>
            <a:r>
              <a:rPr dirty="0" spc="40"/>
              <a:t>  </a:t>
            </a:r>
            <a:r>
              <a:rPr dirty="0"/>
              <a:t>adipiscing</a:t>
            </a:r>
            <a:r>
              <a:rPr dirty="0" spc="40"/>
              <a:t>  </a:t>
            </a:r>
            <a:r>
              <a:rPr dirty="0" spc="-10"/>
              <a:t>elit. </a:t>
            </a:r>
            <a:r>
              <a:rPr dirty="0" spc="-20"/>
              <a:t>Phasellus</a:t>
            </a:r>
            <a:r>
              <a:rPr dirty="0" spc="15"/>
              <a:t> </a:t>
            </a:r>
            <a:r>
              <a:rPr dirty="0" spc="125"/>
              <a:t>et</a:t>
            </a:r>
            <a:r>
              <a:rPr dirty="0" spc="20"/>
              <a:t> </a:t>
            </a:r>
            <a:r>
              <a:rPr dirty="0"/>
              <a:t>iaculis</a:t>
            </a:r>
            <a:r>
              <a:rPr dirty="0" spc="20"/>
              <a:t> </a:t>
            </a:r>
            <a:r>
              <a:rPr dirty="0" spc="-30"/>
              <a:t>mauris.</a:t>
            </a:r>
            <a:r>
              <a:rPr dirty="0" spc="15"/>
              <a:t> </a:t>
            </a:r>
            <a:r>
              <a:rPr dirty="0" spc="-40"/>
              <a:t>Nam</a:t>
            </a:r>
            <a:r>
              <a:rPr dirty="0" spc="20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 spc="45"/>
              <a:t>facilisis</a:t>
            </a:r>
            <a:r>
              <a:rPr dirty="0" spc="20"/>
              <a:t> </a:t>
            </a:r>
            <a:r>
              <a:rPr dirty="0" spc="-10"/>
              <a:t>lacus.</a:t>
            </a:r>
          </a:p>
          <a:p>
            <a:pPr marL="746125" marR="5080">
              <a:lnSpc>
                <a:spcPct val="115799"/>
              </a:lnSpc>
              <a:spcBef>
                <a:spcPts val="2245"/>
              </a:spcBef>
            </a:pPr>
            <a:r>
              <a:rPr dirty="0"/>
              <a:t>Lorem</a:t>
            </a:r>
            <a:r>
              <a:rPr dirty="0" spc="40"/>
              <a:t>  </a:t>
            </a:r>
            <a:r>
              <a:rPr dirty="0"/>
              <a:t>ipsum</a:t>
            </a:r>
            <a:r>
              <a:rPr dirty="0" spc="40"/>
              <a:t>  </a:t>
            </a:r>
            <a:r>
              <a:rPr dirty="0" spc="65"/>
              <a:t>dolor</a:t>
            </a:r>
            <a:r>
              <a:rPr dirty="0" spc="40"/>
              <a:t>  </a:t>
            </a:r>
            <a:r>
              <a:rPr dirty="0" spc="90"/>
              <a:t>sit</a:t>
            </a:r>
            <a:r>
              <a:rPr dirty="0" spc="40"/>
              <a:t>  </a:t>
            </a:r>
            <a:r>
              <a:rPr dirty="0"/>
              <a:t>amet,</a:t>
            </a:r>
            <a:r>
              <a:rPr dirty="0" spc="40"/>
              <a:t>  </a:t>
            </a:r>
            <a:r>
              <a:rPr dirty="0" spc="50"/>
              <a:t>consectetur</a:t>
            </a:r>
            <a:r>
              <a:rPr dirty="0" spc="40"/>
              <a:t>  </a:t>
            </a:r>
            <a:r>
              <a:rPr dirty="0"/>
              <a:t>adipiscing</a:t>
            </a:r>
            <a:r>
              <a:rPr dirty="0" spc="40"/>
              <a:t>  </a:t>
            </a:r>
            <a:r>
              <a:rPr dirty="0" spc="-10"/>
              <a:t>elit. </a:t>
            </a:r>
            <a:r>
              <a:rPr dirty="0" spc="-20"/>
              <a:t>Phasellus</a:t>
            </a:r>
            <a:r>
              <a:rPr dirty="0" spc="15"/>
              <a:t> </a:t>
            </a:r>
            <a:r>
              <a:rPr dirty="0" spc="125"/>
              <a:t>et</a:t>
            </a:r>
            <a:r>
              <a:rPr dirty="0" spc="20"/>
              <a:t> </a:t>
            </a:r>
            <a:r>
              <a:rPr dirty="0"/>
              <a:t>iaculis</a:t>
            </a:r>
            <a:r>
              <a:rPr dirty="0" spc="20"/>
              <a:t> </a:t>
            </a:r>
            <a:r>
              <a:rPr dirty="0" spc="-30"/>
              <a:t>mauris.</a:t>
            </a:r>
            <a:r>
              <a:rPr dirty="0" spc="15"/>
              <a:t> </a:t>
            </a:r>
            <a:r>
              <a:rPr dirty="0" spc="-40"/>
              <a:t>Nam</a:t>
            </a:r>
            <a:r>
              <a:rPr dirty="0" spc="20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 spc="45"/>
              <a:t>facilisis</a:t>
            </a:r>
            <a:r>
              <a:rPr dirty="0" spc="20"/>
              <a:t> </a:t>
            </a:r>
            <a:r>
              <a:rPr dirty="0" spc="-10"/>
              <a:t>lacus.</a:t>
            </a:r>
          </a:p>
          <a:p>
            <a:pPr marL="746125" marR="5080">
              <a:lnSpc>
                <a:spcPct val="115799"/>
              </a:lnSpc>
              <a:spcBef>
                <a:spcPts val="2245"/>
              </a:spcBef>
            </a:pPr>
            <a:r>
              <a:rPr dirty="0"/>
              <a:t>Lorem</a:t>
            </a:r>
            <a:r>
              <a:rPr dirty="0" spc="40"/>
              <a:t>  </a:t>
            </a:r>
            <a:r>
              <a:rPr dirty="0"/>
              <a:t>ipsum</a:t>
            </a:r>
            <a:r>
              <a:rPr dirty="0" spc="40"/>
              <a:t>  </a:t>
            </a:r>
            <a:r>
              <a:rPr dirty="0" spc="65"/>
              <a:t>dolor</a:t>
            </a:r>
            <a:r>
              <a:rPr dirty="0" spc="40"/>
              <a:t>  </a:t>
            </a:r>
            <a:r>
              <a:rPr dirty="0" spc="90"/>
              <a:t>sit</a:t>
            </a:r>
            <a:r>
              <a:rPr dirty="0" spc="40"/>
              <a:t>  </a:t>
            </a:r>
            <a:r>
              <a:rPr dirty="0"/>
              <a:t>amet,</a:t>
            </a:r>
            <a:r>
              <a:rPr dirty="0" spc="40"/>
              <a:t>  </a:t>
            </a:r>
            <a:r>
              <a:rPr dirty="0" spc="50"/>
              <a:t>consectetur</a:t>
            </a:r>
            <a:r>
              <a:rPr dirty="0" spc="40"/>
              <a:t>  </a:t>
            </a:r>
            <a:r>
              <a:rPr dirty="0"/>
              <a:t>adipiscing</a:t>
            </a:r>
            <a:r>
              <a:rPr dirty="0" spc="40"/>
              <a:t>  </a:t>
            </a:r>
            <a:r>
              <a:rPr dirty="0" spc="-10"/>
              <a:t>elit. </a:t>
            </a:r>
            <a:r>
              <a:rPr dirty="0" spc="-20"/>
              <a:t>Phasellus</a:t>
            </a:r>
            <a:r>
              <a:rPr dirty="0" spc="15"/>
              <a:t> </a:t>
            </a:r>
            <a:r>
              <a:rPr dirty="0" spc="125"/>
              <a:t>et</a:t>
            </a:r>
            <a:r>
              <a:rPr dirty="0" spc="20"/>
              <a:t> </a:t>
            </a:r>
            <a:r>
              <a:rPr dirty="0"/>
              <a:t>iaculis</a:t>
            </a:r>
            <a:r>
              <a:rPr dirty="0" spc="20"/>
              <a:t> </a:t>
            </a:r>
            <a:r>
              <a:rPr dirty="0" spc="-30"/>
              <a:t>mauris.</a:t>
            </a:r>
            <a:r>
              <a:rPr dirty="0" spc="15"/>
              <a:t> </a:t>
            </a:r>
            <a:r>
              <a:rPr dirty="0" spc="-40"/>
              <a:t>Nam</a:t>
            </a:r>
            <a:r>
              <a:rPr dirty="0" spc="20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 spc="45"/>
              <a:t>facilisis</a:t>
            </a:r>
            <a:r>
              <a:rPr dirty="0" spc="20"/>
              <a:t> </a:t>
            </a:r>
            <a:r>
              <a:rPr dirty="0" spc="-10"/>
              <a:t>lacus.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5915">
              <a:lnSpc>
                <a:spcPct val="100000"/>
              </a:lnSpc>
              <a:spcBef>
                <a:spcPts val="105"/>
              </a:spcBef>
            </a:pPr>
            <a:r>
              <a:rPr dirty="0" spc="62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97815" rIns="0" bIns="0" rtlCol="0" vert="horz">
            <a:spAutoFit/>
          </a:bodyPr>
          <a:lstStyle/>
          <a:p>
            <a:pPr algn="just" marL="12700" marR="5080">
              <a:lnSpc>
                <a:spcPct val="115799"/>
              </a:lnSpc>
              <a:spcBef>
                <a:spcPts val="100"/>
              </a:spcBef>
            </a:pPr>
            <a:r>
              <a:rPr dirty="0"/>
              <a:t>Lorem</a:t>
            </a:r>
            <a:r>
              <a:rPr dirty="0" spc="455"/>
              <a:t>  </a:t>
            </a:r>
            <a:r>
              <a:rPr dirty="0"/>
              <a:t>ipsum</a:t>
            </a:r>
            <a:r>
              <a:rPr dirty="0" spc="455"/>
              <a:t>  </a:t>
            </a:r>
            <a:r>
              <a:rPr dirty="0" spc="65"/>
              <a:t>dolor</a:t>
            </a:r>
            <a:r>
              <a:rPr dirty="0" spc="455"/>
              <a:t>  </a:t>
            </a:r>
            <a:r>
              <a:rPr dirty="0" spc="90"/>
              <a:t>sit</a:t>
            </a:r>
            <a:r>
              <a:rPr dirty="0" spc="455"/>
              <a:t>  </a:t>
            </a:r>
            <a:r>
              <a:rPr dirty="0"/>
              <a:t>amet,</a:t>
            </a:r>
            <a:r>
              <a:rPr dirty="0" spc="455"/>
              <a:t>  </a:t>
            </a:r>
            <a:r>
              <a:rPr dirty="0" spc="50"/>
              <a:t>consectetur</a:t>
            </a:r>
            <a:r>
              <a:rPr dirty="0" spc="455"/>
              <a:t>  </a:t>
            </a:r>
            <a:r>
              <a:rPr dirty="0"/>
              <a:t>adipiscing</a:t>
            </a:r>
            <a:r>
              <a:rPr dirty="0" spc="455"/>
              <a:t>  </a:t>
            </a:r>
            <a:r>
              <a:rPr dirty="0" spc="-10"/>
              <a:t>elit. </a:t>
            </a:r>
            <a:r>
              <a:rPr dirty="0"/>
              <a:t>Phasellus</a:t>
            </a:r>
            <a:r>
              <a:rPr dirty="0" spc="160"/>
              <a:t> </a:t>
            </a:r>
            <a:r>
              <a:rPr dirty="0" spc="125"/>
              <a:t>et</a:t>
            </a:r>
            <a:r>
              <a:rPr dirty="0" spc="160"/>
              <a:t> </a:t>
            </a:r>
            <a:r>
              <a:rPr dirty="0"/>
              <a:t>iaculis</a:t>
            </a:r>
            <a:r>
              <a:rPr dirty="0" spc="165"/>
              <a:t> </a:t>
            </a:r>
            <a:r>
              <a:rPr dirty="0"/>
              <a:t>mauris.</a:t>
            </a:r>
            <a:r>
              <a:rPr dirty="0" spc="160"/>
              <a:t> </a:t>
            </a:r>
            <a:r>
              <a:rPr dirty="0"/>
              <a:t>Nam</a:t>
            </a:r>
            <a:r>
              <a:rPr dirty="0" spc="160"/>
              <a:t> </a:t>
            </a:r>
            <a:r>
              <a:rPr dirty="0"/>
              <a:t>in</a:t>
            </a:r>
            <a:r>
              <a:rPr dirty="0" spc="165"/>
              <a:t> </a:t>
            </a:r>
            <a:r>
              <a:rPr dirty="0" spc="45"/>
              <a:t>facilisis</a:t>
            </a:r>
            <a:r>
              <a:rPr dirty="0" spc="160"/>
              <a:t> </a:t>
            </a:r>
            <a:r>
              <a:rPr dirty="0"/>
              <a:t>lacus.</a:t>
            </a:r>
            <a:r>
              <a:rPr dirty="0" spc="160"/>
              <a:t> </a:t>
            </a:r>
            <a:r>
              <a:rPr dirty="0" spc="-10"/>
              <a:t>Pellentesque </a:t>
            </a:r>
            <a:r>
              <a:rPr dirty="0"/>
              <a:t>dapibus</a:t>
            </a:r>
            <a:r>
              <a:rPr dirty="0" spc="195"/>
              <a:t> </a:t>
            </a:r>
            <a:r>
              <a:rPr dirty="0"/>
              <a:t>diam</a:t>
            </a:r>
            <a:r>
              <a:rPr dirty="0" spc="200"/>
              <a:t> </a:t>
            </a:r>
            <a:r>
              <a:rPr dirty="0"/>
              <a:t>erat,</a:t>
            </a:r>
            <a:r>
              <a:rPr dirty="0" spc="200"/>
              <a:t> </a:t>
            </a:r>
            <a:r>
              <a:rPr dirty="0" spc="60"/>
              <a:t>id</a:t>
            </a:r>
            <a:r>
              <a:rPr dirty="0" spc="200"/>
              <a:t> </a:t>
            </a:r>
            <a:r>
              <a:rPr dirty="0" spc="70"/>
              <a:t>tincidunt</a:t>
            </a:r>
            <a:r>
              <a:rPr dirty="0" spc="195"/>
              <a:t> </a:t>
            </a:r>
            <a:r>
              <a:rPr dirty="0"/>
              <a:t>massa</a:t>
            </a:r>
            <a:r>
              <a:rPr dirty="0" spc="200"/>
              <a:t> </a:t>
            </a:r>
            <a:r>
              <a:rPr dirty="0"/>
              <a:t>cursus</a:t>
            </a:r>
            <a:r>
              <a:rPr dirty="0" spc="200"/>
              <a:t> </a:t>
            </a:r>
            <a:r>
              <a:rPr dirty="0"/>
              <a:t>eu.</a:t>
            </a:r>
            <a:r>
              <a:rPr dirty="0" spc="200"/>
              <a:t> </a:t>
            </a:r>
            <a:r>
              <a:rPr dirty="0"/>
              <a:t>Vestibulum</a:t>
            </a:r>
            <a:r>
              <a:rPr dirty="0" spc="195"/>
              <a:t> </a:t>
            </a:r>
            <a:r>
              <a:rPr dirty="0" spc="25"/>
              <a:t>at </a:t>
            </a:r>
            <a:r>
              <a:rPr dirty="0" spc="55"/>
              <a:t>eleifend</a:t>
            </a:r>
            <a:r>
              <a:rPr dirty="0"/>
              <a:t>  nunc.  Aenean  pulvinar  gravida  bibendum.  </a:t>
            </a:r>
            <a:r>
              <a:rPr dirty="0" spc="-10"/>
              <a:t>Phasellus </a:t>
            </a:r>
            <a:r>
              <a:rPr dirty="0"/>
              <a:t>auctor</a:t>
            </a:r>
            <a:r>
              <a:rPr dirty="0" spc="120"/>
              <a:t>  </a:t>
            </a:r>
            <a:r>
              <a:rPr dirty="0"/>
              <a:t>nunc</a:t>
            </a:r>
            <a:r>
              <a:rPr dirty="0" spc="125"/>
              <a:t>  </a:t>
            </a:r>
            <a:r>
              <a:rPr dirty="0" spc="90"/>
              <a:t>sit</a:t>
            </a:r>
            <a:r>
              <a:rPr dirty="0" spc="125"/>
              <a:t>  </a:t>
            </a:r>
            <a:r>
              <a:rPr dirty="0"/>
              <a:t>amet</a:t>
            </a:r>
            <a:r>
              <a:rPr dirty="0" spc="125"/>
              <a:t>  </a:t>
            </a:r>
            <a:r>
              <a:rPr dirty="0"/>
              <a:t>sem</a:t>
            </a:r>
            <a:r>
              <a:rPr dirty="0" spc="125"/>
              <a:t>  </a:t>
            </a:r>
            <a:r>
              <a:rPr dirty="0"/>
              <a:t>tincidunt,</a:t>
            </a:r>
            <a:r>
              <a:rPr dirty="0" spc="125"/>
              <a:t>  </a:t>
            </a:r>
            <a:r>
              <a:rPr dirty="0" spc="70"/>
              <a:t>tincidunt</a:t>
            </a:r>
            <a:r>
              <a:rPr dirty="0" spc="125"/>
              <a:t>  </a:t>
            </a:r>
            <a:r>
              <a:rPr dirty="0"/>
              <a:t>feugiat</a:t>
            </a:r>
            <a:r>
              <a:rPr dirty="0" spc="125"/>
              <a:t>  </a:t>
            </a:r>
            <a:r>
              <a:rPr dirty="0" spc="-20"/>
              <a:t>quam </a:t>
            </a:r>
            <a:r>
              <a:rPr dirty="0" spc="-10"/>
              <a:t>vestibulum.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0023" y="4015803"/>
            <a:ext cx="9328150" cy="192976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0" spc="520"/>
              <a:t>THANK</a:t>
            </a:r>
            <a:r>
              <a:rPr dirty="0" sz="12500" spc="-625"/>
              <a:t> </a:t>
            </a:r>
            <a:r>
              <a:rPr dirty="0" sz="12500" spc="620"/>
              <a:t>YOU</a:t>
            </a:r>
            <a:endParaRPr sz="1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Surya</dc:creator>
  <cp:keywords>DAHIC4M7SIg,BAHICxvsu3w,0</cp:keywords>
  <dc:title>Blue Modern Futuristic Presentation</dc:title>
  <dcterms:created xsi:type="dcterms:W3CDTF">2026-04-28T01:37:46Z</dcterms:created>
  <dcterms:modified xsi:type="dcterms:W3CDTF">2026-04-28T01:37:46Z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2026-04-28T00:00:00Z</vt:filetime>
  </property>
  <property fmtid="{D5CDD505-2E9C-101B-9397-08002B2CF9AE}" pid="6" name="Producer">
    <vt:lpwstr>Canva</vt:lpwstr>
  </property>
</Properties>
</file>