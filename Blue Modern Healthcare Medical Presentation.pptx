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41449" y="300101"/>
            <a:ext cx="15405100" cy="1752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6999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15862183" y="8553889"/>
              <a:ext cx="1392555" cy="623570"/>
            </a:xfrm>
            <a:custGeom>
              <a:avLst/>
              <a:gdLst/>
              <a:ahLst/>
              <a:cxnLst/>
              <a:rect l="l" t="t" r="r" b="b"/>
              <a:pathLst>
                <a:path w="1392555" h="623570">
                  <a:moveTo>
                    <a:pt x="1080420" y="623313"/>
                  </a:moveTo>
                  <a:lnTo>
                    <a:pt x="1070762" y="621323"/>
                  </a:lnTo>
                  <a:lnTo>
                    <a:pt x="1062184" y="615554"/>
                  </a:lnTo>
                  <a:lnTo>
                    <a:pt x="1057065" y="610436"/>
                  </a:lnTo>
                  <a:lnTo>
                    <a:pt x="1054505" y="604037"/>
                  </a:lnTo>
                  <a:lnTo>
                    <a:pt x="1054505" y="591239"/>
                  </a:lnTo>
                  <a:lnTo>
                    <a:pt x="1057065" y="584841"/>
                  </a:lnTo>
                  <a:lnTo>
                    <a:pt x="1304694" y="337851"/>
                  </a:lnTo>
                  <a:lnTo>
                    <a:pt x="25594" y="337851"/>
                  </a:lnTo>
                  <a:lnTo>
                    <a:pt x="15656" y="335831"/>
                  </a:lnTo>
                  <a:lnTo>
                    <a:pt x="7518" y="330332"/>
                  </a:lnTo>
                  <a:lnTo>
                    <a:pt x="2019" y="322194"/>
                  </a:lnTo>
                  <a:lnTo>
                    <a:pt x="0" y="312256"/>
                  </a:lnTo>
                  <a:lnTo>
                    <a:pt x="2019" y="302318"/>
                  </a:lnTo>
                  <a:lnTo>
                    <a:pt x="7518" y="294180"/>
                  </a:lnTo>
                  <a:lnTo>
                    <a:pt x="15656" y="288681"/>
                  </a:lnTo>
                  <a:lnTo>
                    <a:pt x="25594" y="286661"/>
                  </a:lnTo>
                  <a:lnTo>
                    <a:pt x="1304694" y="286661"/>
                  </a:lnTo>
                  <a:lnTo>
                    <a:pt x="1062184" y="44151"/>
                  </a:lnTo>
                  <a:lnTo>
                    <a:pt x="1056425" y="35572"/>
                  </a:lnTo>
                  <a:lnTo>
                    <a:pt x="1054505" y="25914"/>
                  </a:lnTo>
                  <a:lnTo>
                    <a:pt x="1056425" y="16256"/>
                  </a:lnTo>
                  <a:lnTo>
                    <a:pt x="1062184" y="7678"/>
                  </a:lnTo>
                  <a:lnTo>
                    <a:pt x="1070762" y="1919"/>
                  </a:lnTo>
                  <a:lnTo>
                    <a:pt x="1080420" y="0"/>
                  </a:lnTo>
                  <a:lnTo>
                    <a:pt x="1090078" y="1919"/>
                  </a:lnTo>
                  <a:lnTo>
                    <a:pt x="1098656" y="7678"/>
                  </a:lnTo>
                  <a:lnTo>
                    <a:pt x="1384678" y="293700"/>
                  </a:lnTo>
                  <a:lnTo>
                    <a:pt x="1390437" y="302278"/>
                  </a:lnTo>
                  <a:lnTo>
                    <a:pt x="1392357" y="311936"/>
                  </a:lnTo>
                  <a:lnTo>
                    <a:pt x="1390437" y="321594"/>
                  </a:lnTo>
                  <a:lnTo>
                    <a:pt x="1384678" y="330172"/>
                  </a:lnTo>
                  <a:lnTo>
                    <a:pt x="1098656" y="616194"/>
                  </a:lnTo>
                  <a:lnTo>
                    <a:pt x="1090078" y="621583"/>
                  </a:lnTo>
                  <a:lnTo>
                    <a:pt x="1080420" y="6233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16000" y="4180695"/>
            <a:ext cx="9316085" cy="3681095"/>
          </a:xfrm>
          <a:prstGeom prst="rect"/>
        </p:spPr>
        <p:txBody>
          <a:bodyPr wrap="square" lIns="0" tIns="351790" rIns="0" bIns="0" rtlCol="0" vert="horz">
            <a:spAutoFit/>
          </a:bodyPr>
          <a:lstStyle/>
          <a:p>
            <a:pPr marL="12700" marR="5080">
              <a:lnSpc>
                <a:spcPts val="13050"/>
              </a:lnSpc>
              <a:spcBef>
                <a:spcPts val="2770"/>
              </a:spcBef>
            </a:pPr>
            <a:r>
              <a:rPr dirty="0" sz="13100" spc="905">
                <a:solidFill>
                  <a:srgbClr val="FFFFFF"/>
                </a:solidFill>
                <a:latin typeface="Trebuchet MS"/>
                <a:cs typeface="Trebuchet MS"/>
              </a:rPr>
              <a:t>PAYCREST</a:t>
            </a:r>
            <a:r>
              <a:rPr dirty="0" sz="13100" spc="-16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100" spc="-535">
                <a:solidFill>
                  <a:srgbClr val="FFFFFF"/>
                </a:solidFill>
                <a:latin typeface="Trebuchet MS"/>
                <a:cs typeface="Trebuchet MS"/>
              </a:rPr>
              <a:t>- </a:t>
            </a:r>
            <a:r>
              <a:rPr dirty="0" sz="13100" spc="1230">
                <a:solidFill>
                  <a:srgbClr val="FFFFFF"/>
                </a:solidFill>
                <a:latin typeface="Trebuchet MS"/>
                <a:cs typeface="Trebuchet MS"/>
              </a:rPr>
              <a:t>LMS</a:t>
            </a:r>
            <a:endParaRPr sz="13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37529" rIns="0" bIns="0" rtlCol="0" vert="horz">
            <a:spAutoFit/>
          </a:bodyPr>
          <a:lstStyle/>
          <a:p>
            <a:pPr marL="4450715">
              <a:lnSpc>
                <a:spcPct val="100000"/>
              </a:lnSpc>
              <a:spcBef>
                <a:spcPts val="100"/>
              </a:spcBef>
            </a:pPr>
            <a:r>
              <a:rPr dirty="0" spc="-890">
                <a:solidFill>
                  <a:srgbClr val="FFFFFF"/>
                </a:solidFill>
              </a:rPr>
              <a:t>OBJECTIVE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51205">
              <a:lnSpc>
                <a:spcPct val="100000"/>
              </a:lnSpc>
              <a:spcBef>
                <a:spcPts val="100"/>
              </a:spcBef>
            </a:pPr>
            <a:r>
              <a:rPr dirty="0" spc="-1060"/>
              <a:t>SYSTEM</a:t>
            </a:r>
            <a:r>
              <a:rPr dirty="0" spc="-885"/>
              <a:t> </a:t>
            </a:r>
            <a:r>
              <a:rPr dirty="0" spc="-925"/>
              <a:t>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681355">
              <a:lnSpc>
                <a:spcPct val="100000"/>
              </a:lnSpc>
              <a:spcBef>
                <a:spcPts val="100"/>
              </a:spcBef>
            </a:pPr>
            <a:r>
              <a:rPr dirty="0" spc="-770"/>
              <a:t>DEVOPS</a:t>
            </a:r>
            <a:r>
              <a:rPr dirty="0" spc="-885"/>
              <a:t> </a:t>
            </a:r>
            <a:r>
              <a:rPr dirty="0" spc="-925"/>
              <a:t>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969"/>
              <a:t>D</a:t>
            </a:r>
            <a:r>
              <a:rPr dirty="0" spc="-1475"/>
              <a:t>A</a:t>
            </a:r>
            <a:r>
              <a:rPr dirty="0" spc="-1540"/>
              <a:t>T</a:t>
            </a:r>
            <a:r>
              <a:rPr dirty="0" spc="-825"/>
              <a:t>ABAS</a:t>
            </a:r>
            <a:r>
              <a:rPr dirty="0" spc="-815"/>
              <a:t>E</a:t>
            </a:r>
            <a:r>
              <a:rPr dirty="0" spc="-785"/>
              <a:t> </a:t>
            </a:r>
            <a:r>
              <a:rPr dirty="0" spc="-925"/>
              <a:t>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842895">
              <a:lnSpc>
                <a:spcPct val="100000"/>
              </a:lnSpc>
              <a:spcBef>
                <a:spcPts val="100"/>
              </a:spcBef>
            </a:pPr>
            <a:r>
              <a:rPr dirty="0" spc="-865">
                <a:solidFill>
                  <a:srgbClr val="FFFFFF"/>
                </a:solidFill>
              </a:rPr>
              <a:t>DOCKER</a:t>
            </a:r>
            <a:r>
              <a:rPr dirty="0" spc="-875">
                <a:solidFill>
                  <a:srgbClr val="FFFFFF"/>
                </a:solidFill>
              </a:rPr>
              <a:t> </a:t>
            </a:r>
            <a:r>
              <a:rPr dirty="0" spc="-805">
                <a:solidFill>
                  <a:srgbClr val="FFFFFF"/>
                </a:solidFill>
              </a:rPr>
              <a:t>IMAGES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608580">
              <a:lnSpc>
                <a:spcPct val="100000"/>
              </a:lnSpc>
              <a:spcBef>
                <a:spcPts val="100"/>
              </a:spcBef>
            </a:pPr>
            <a:r>
              <a:rPr dirty="0" spc="-844"/>
              <a:t>FILE</a:t>
            </a:r>
            <a:r>
              <a:rPr dirty="0" spc="-890"/>
              <a:t> </a:t>
            </a:r>
            <a:r>
              <a:rPr dirty="0" spc="-1030"/>
              <a:t>STRUCTURE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106545">
              <a:lnSpc>
                <a:spcPct val="100000"/>
              </a:lnSpc>
              <a:spcBef>
                <a:spcPts val="100"/>
              </a:spcBef>
            </a:pPr>
            <a:r>
              <a:rPr dirty="0" spc="-1470">
                <a:solidFill>
                  <a:srgbClr val="FFFFFF"/>
                </a:solidFill>
              </a:rPr>
              <a:t>Y</a:t>
            </a:r>
            <a:r>
              <a:rPr dirty="0" spc="-775">
                <a:solidFill>
                  <a:srgbClr val="FFFFFF"/>
                </a:solidFill>
              </a:rPr>
              <a:t>AM</a:t>
            </a:r>
            <a:r>
              <a:rPr dirty="0" spc="-765">
                <a:solidFill>
                  <a:srgbClr val="FFFFFF"/>
                </a:solidFill>
              </a:rPr>
              <a:t>L</a:t>
            </a:r>
            <a:r>
              <a:rPr dirty="0" spc="-894">
                <a:solidFill>
                  <a:srgbClr val="FFFFFF"/>
                </a:solidFill>
              </a:rPr>
              <a:t> </a:t>
            </a:r>
            <a:r>
              <a:rPr dirty="0" spc="-900">
                <a:solidFill>
                  <a:srgbClr val="FFFFFF"/>
                </a:solidFill>
              </a:rPr>
              <a:t>FILES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3832" rIns="0" bIns="0" rtlCol="0" vert="horz">
            <a:spAutoFit/>
          </a:bodyPr>
          <a:lstStyle/>
          <a:p>
            <a:pPr marL="3526790">
              <a:lnSpc>
                <a:spcPct val="100000"/>
              </a:lnSpc>
              <a:spcBef>
                <a:spcPts val="100"/>
              </a:spcBef>
            </a:pPr>
            <a:r>
              <a:rPr dirty="0" spc="-650"/>
              <a:t>CI</a:t>
            </a:r>
            <a:r>
              <a:rPr dirty="0" spc="-894"/>
              <a:t> </a:t>
            </a:r>
            <a:r>
              <a:rPr dirty="0" spc="-890"/>
              <a:t>WORKFLOW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1984" rIns="0" bIns="0" rtlCol="0" vert="horz">
            <a:spAutoFit/>
          </a:bodyPr>
          <a:lstStyle/>
          <a:p>
            <a:pPr marL="2204085">
              <a:lnSpc>
                <a:spcPct val="100000"/>
              </a:lnSpc>
              <a:spcBef>
                <a:spcPts val="100"/>
              </a:spcBef>
            </a:pPr>
            <a:r>
              <a:rPr dirty="0" spc="-800">
                <a:solidFill>
                  <a:srgbClr val="FFFFFF"/>
                </a:solidFill>
              </a:rPr>
              <a:t>SONARQUBE</a:t>
            </a:r>
            <a:r>
              <a:rPr dirty="0" spc="-890">
                <a:solidFill>
                  <a:srgbClr val="FFFFFF"/>
                </a:solidFill>
              </a:rPr>
              <a:t> </a:t>
            </a:r>
            <a:r>
              <a:rPr dirty="0" spc="-800">
                <a:solidFill>
                  <a:srgbClr val="FFFFFF"/>
                </a:solidFill>
              </a:rPr>
              <a:t>SCAN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358005">
              <a:lnSpc>
                <a:spcPct val="100000"/>
              </a:lnSpc>
              <a:spcBef>
                <a:spcPts val="100"/>
              </a:spcBef>
            </a:pPr>
            <a:r>
              <a:rPr dirty="0" spc="-1130"/>
              <a:t>SNYK</a:t>
            </a:r>
            <a:r>
              <a:rPr dirty="0" spc="-894"/>
              <a:t> </a:t>
            </a:r>
            <a:r>
              <a:rPr dirty="0" spc="-800"/>
              <a:t>SCAN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013200">
              <a:lnSpc>
                <a:spcPct val="100000"/>
              </a:lnSpc>
              <a:spcBef>
                <a:spcPts val="100"/>
              </a:spcBef>
            </a:pPr>
            <a:r>
              <a:rPr dirty="0" spc="-740"/>
              <a:t>IMAGE</a:t>
            </a:r>
            <a:r>
              <a:rPr dirty="0" spc="-894"/>
              <a:t> </a:t>
            </a:r>
            <a:r>
              <a:rPr dirty="0" spc="-800"/>
              <a:t>SCAN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16000" y="5208025"/>
            <a:ext cx="4901565" cy="2258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650" spc="-38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14650" spc="-390">
                <a:solidFill>
                  <a:srgbClr val="FFFFFF"/>
                </a:solidFill>
                <a:latin typeface="Trebuchet MS"/>
                <a:cs typeface="Trebuchet MS"/>
              </a:rPr>
              <a:t>h</a:t>
            </a:r>
            <a:r>
              <a:rPr dirty="0" sz="14650" spc="-38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4650" spc="-39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14650" spc="120">
                <a:solidFill>
                  <a:srgbClr val="FFFFFF"/>
                </a:solidFill>
                <a:latin typeface="Trebuchet MS"/>
                <a:cs typeface="Trebuchet MS"/>
              </a:rPr>
              <a:t>k</a:t>
            </a:r>
            <a:endParaRPr sz="1465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016000" y="6685800"/>
            <a:ext cx="3161030" cy="2258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650" spc="-45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dirty="0" sz="14650" spc="-85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14650" spc="415">
                <a:solidFill>
                  <a:srgbClr val="FFFFFF"/>
                </a:solidFill>
                <a:latin typeface="Trebuchet MS"/>
                <a:cs typeface="Trebuchet MS"/>
              </a:rPr>
              <a:t>u</a:t>
            </a:r>
            <a:endParaRPr sz="146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Surya</dc:creator>
  <cp:keywords>DAHHS1-Xl1c,BAGIGxfgbu4,0</cp:keywords>
  <dc:title>Blue Modern Healthcare Medical Presentation</dc:title>
  <dcterms:created xsi:type="dcterms:W3CDTF">2026-04-19T11:31:26Z</dcterms:created>
  <dcterms:modified xsi:type="dcterms:W3CDTF">2026-04-19T11:31:26Z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2026-04-19T00:00:00Z</vt:filetime>
  </property>
  <property fmtid="{D5CDD505-2E9C-101B-9397-08002B2CF9AE}" pid="3" name="Creator">
    <vt:lpwstr>Canva</vt:lpwstr>
  </property>
  <property fmtid="{D5CDD505-2E9C-101B-9397-08002B2CF9AE}" pid="4" name="LastSaved">
    <vt:filetime>2026-04-19T00:00:00Z</vt:filetime>
  </property>
  <property fmtid="{D5CDD505-2E9C-101B-9397-08002B2CF9AE}" pid="5" name="Producer">
    <vt:lpwstr>Canva</vt:lpwstr>
  </property>
</Properties>
</file>